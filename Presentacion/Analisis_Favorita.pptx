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slides/charts/chart7.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8.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9.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30a46518cc94972" /><Relationship Type="http://schemas.openxmlformats.org/officeDocument/2006/relationships/extended-properties" Target="/docProps/app.xml" Id="Rf8ca0f0373c64e2b" /><Relationship Type="http://schemas.openxmlformats.org/officeDocument/2006/relationships/officeDocument" Target="/ppt/presentation.xml" Id="R5c191be9e0344271" /></Relationships>
</file>

<file path=ppt/presentation.xml><?xml version="1.0" encoding="utf-8"?>
<p:presentation xmlns:p="http://schemas.openxmlformats.org/presentationml/2006/main">
  <p:sldMasterIdLst>
    <p:sldMasterId xmlns:r="http://schemas.openxmlformats.org/officeDocument/2006/relationships" id="2147483648" r:id="R49898943c5fa473c"/>
  </p:sldMasterIdLst>
  <p:notesMasterIdLst>
    <p:notesMasterId xmlns:r="http://schemas.openxmlformats.org/officeDocument/2006/relationships" r:id="Rce322cb4e9564e5a"/>
  </p:notesMasterIdLst>
  <p:sldIdLst>
    <p:sldId xmlns:r="http://schemas.openxmlformats.org/officeDocument/2006/relationships" id="256" r:id="Reca09dc547ab40e4"/>
    <p:sldId xmlns:r="http://schemas.openxmlformats.org/officeDocument/2006/relationships" id="257" r:id="Rc38475be47e847c2"/>
    <p:sldId xmlns:r="http://schemas.openxmlformats.org/officeDocument/2006/relationships" id="258" r:id="R9008f9fb10c54cfa"/>
    <p:sldId xmlns:r="http://schemas.openxmlformats.org/officeDocument/2006/relationships" id="259" r:id="R9e881f43749a479a"/>
    <p:sldId xmlns:r="http://schemas.openxmlformats.org/officeDocument/2006/relationships" id="260" r:id="Rb74771c67d8f4bde"/>
    <p:sldId xmlns:r="http://schemas.openxmlformats.org/officeDocument/2006/relationships" id="261" r:id="R6e79bd7a7a1b4220"/>
    <p:sldId xmlns:r="http://schemas.openxmlformats.org/officeDocument/2006/relationships" id="262" r:id="R36039ba1cf39429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e7abf7c2e44c07" /><Relationship Type="http://schemas.openxmlformats.org/officeDocument/2006/relationships/slideMaster" Target="/ppt/slideMasters/slideMaster1.xml" Id="R49898943c5fa473c" /><Relationship Type="http://schemas.openxmlformats.org/officeDocument/2006/relationships/notesMaster" Target="/ppt/notesMasters/notesMaster1.xml" Id="Rce322cb4e9564e5a" /><Relationship Type="http://schemas.openxmlformats.org/officeDocument/2006/relationships/presProps" Target="/ppt/presProps.xml" Id="R0c3e9ed4f7c84387" /><Relationship Type="http://schemas.openxmlformats.org/officeDocument/2006/relationships/tableStyles" Target="/ppt/tableStyles.xml" Id="R00d3ebef61354da8" /><Relationship Type="http://schemas.openxmlformats.org/officeDocument/2006/relationships/slide" Target="/ppt/slides/slide1.xml" Id="Reca09dc547ab40e4" /><Relationship Type="http://schemas.openxmlformats.org/officeDocument/2006/relationships/slide" Target="/ppt/slides/slide2.xml" Id="Rc38475be47e847c2" /><Relationship Type="http://schemas.openxmlformats.org/officeDocument/2006/relationships/slide" Target="/ppt/slides/slide3.xml" Id="R9008f9fb10c54cfa" /><Relationship Type="http://schemas.openxmlformats.org/officeDocument/2006/relationships/slide" Target="/ppt/slides/slide4.xml" Id="R9e881f43749a479a" /><Relationship Type="http://schemas.openxmlformats.org/officeDocument/2006/relationships/slide" Target="/ppt/slides/slide5.xml" Id="Rb74771c67d8f4bde" /><Relationship Type="http://schemas.openxmlformats.org/officeDocument/2006/relationships/slide" Target="/ppt/slides/slide6.xml" Id="R6e79bd7a7a1b4220" /><Relationship Type="http://schemas.openxmlformats.org/officeDocument/2006/relationships/slide" Target="/ppt/slides/slide7.xml" Id="R36039ba1cf3942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d2a50f2cbf40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11405fb789441a" /><Relationship Type="http://schemas.openxmlformats.org/officeDocument/2006/relationships/notesMaster" Target="/ppt/notesMasters/notesMaster1.xml" Id="R9aff7e4e58fa4c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bd7e26c7304a9e" /><Relationship Type="http://schemas.openxmlformats.org/officeDocument/2006/relationships/notesMaster" Target="/ppt/notesMasters/notesMaster1.xml" Id="R81547bca6ce440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a0776932a3412d" /><Relationship Type="http://schemas.openxmlformats.org/officeDocument/2006/relationships/notesMaster" Target="/ppt/notesMasters/notesMaster1.xml" Id="R7d107e3b8eed44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46366e9b9e48d4" /><Relationship Type="http://schemas.openxmlformats.org/officeDocument/2006/relationships/notesMaster" Target="/ppt/notesMasters/notesMaster1.xml" Id="Rc05eb7478b714011"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d70ea5de7d4014" /><Relationship Type="http://schemas.openxmlformats.org/officeDocument/2006/relationships/notesMaster" Target="/ppt/notesMasters/notesMaster1.xml" Id="R7bbf56983901452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e6cb831f0a4b60" /><Relationship Type="http://schemas.openxmlformats.org/officeDocument/2006/relationships/notesMaster" Target="/ppt/notesMasters/notesMaster1.xml" Id="Rab4766ab6add4a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82a6a6414e41be" /><Relationship Type="http://schemas.openxmlformats.org/officeDocument/2006/relationships/notesMaster" Target="/ppt/notesMasters/notesMaster1.xml" Id="R84842d1fdf494a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original: https://www.kaggle.com/competitions/store-sales-time-series-forecasting/data</a:t>
            </a:r>
          </a:p>
          <a:p xmlns:a="http://schemas.openxmlformats.org/drawingml/2006/main">
            <a:r>
              <a:t>Copia exacta: https://raw.githubusercontent.com/kartikajls/Store-Sales-Time-Series-Forecasting/c6eac8b828c7c8231320dafbe0257f3466005fbe/store-sales-time-series-forecasting.zip</a:t>
            </a:r>
          </a:p>
          <a:p xmlns:a="http://schemas.openxmlformats.org/drawingml/2006/main">
            <a:r>
              <a:t>Filtro de train.csv: tienda 44, del 22/05/2017 al 13/08/2017. Fuente de la ciudad: stores.csv. Datos y cálculos reproducibles en RNN_LSTM_Stock.ipynb.</a:t>
            </a:r>
          </a:p>
          <a:p xmlns:a="http://schemas.openxmlformats.org/drawingml/2006/main">
            <a:r>
              <a:t/>
            </a:r>
          </a:p>
          <a:p xmlns:a="http://schemas.openxmlformats.org/drawingml/2006/main">
            <a:r>
              <a:t/>
            </a:r>
          </a:p>
          <a:p xmlns:a="http://schemas.openxmlformats.org/drawingml/2006/main">
            <a:r>
              <a:t>APERTURA, 35 segundos. Analizamos doce semanas reales de un supermercado ecuatoriano. Queremos conocer cuándo cambia la venta por categoría y comprobar cuánto ayuda una LSTM a estimar la demanda siguiente. El local aparece anonimizado como tienda 44, sin dirección ni marca comercial concreta. La salida stock representa demanda a cubrir estimada desde las ventas. Los datos no registran existencias de bodega.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original: https://www.kaggle.com/competitions/store-sales-time-series-forecasting/data</a:t>
            </a:r>
          </a:p>
          <a:p xmlns:a="http://schemas.openxmlformats.org/drawingml/2006/main">
            <a:r>
              <a:t>Copia exacta: https://raw.githubusercontent.com/kartikajls/Store-Sales-Time-Series-Forecasting/c6eac8b828c7c8231320dafbe0257f3466005fbe/store-sales-time-series-forecasting.zip</a:t>
            </a:r>
          </a:p>
          <a:p xmlns:a="http://schemas.openxmlformats.org/drawingml/2006/main">
            <a:r>
              <a:t>Filtro de train.csv: tienda 44, del 22/05/2017 al 13/08/2017. Fuente de la ciudad: stores.csv. Datos y cálculos reproducibles en RNN_LSTM_Stock.ipynb.</a:t>
            </a:r>
          </a:p>
          <a:p xmlns:a="http://schemas.openxmlformats.org/drawingml/2006/main">
            <a:r>
              <a:t/>
            </a:r>
          </a:p>
          <a:p xmlns:a="http://schemas.openxmlformats.org/drawingml/2006/main">
            <a:r>
              <a:t/>
            </a:r>
          </a:p>
          <a:p xmlns:a="http://schemas.openxmlformats.org/drawingml/2006/main">
            <a:r>
              <a:t>45 segundos. Seis familias seleccionadas: bebidas, frutas y verduras, lácteos, limpieza, panadería y carnes. Bebidas acumula 895.564 en la escala del dataset. Frutas y verduras suma 836.009,774. Las categorías pueden usar unidades de medida diferentes, incluidos kilogramos y fracciones. Por eso estos valores no permiten afirmar qué familia factura más dinero. El CSV conserva las otras 27 familias.</a:t>
            </a:r>
            <a:br/>
            <a:r>
              <a:t>Totales exactos: {"BEVERAGES":895564,"PRODUCE":836009.7739999999,"DAIRY":227972,"CLEANING":226405,"BREAD/BAKERY":147545.951,"MEATS":83128.19506000001}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original: https://www.kaggle.com/competitions/store-sales-time-series-forecasting/data</a:t>
            </a:r>
          </a:p>
          <a:p xmlns:a="http://schemas.openxmlformats.org/drawingml/2006/main">
            <a:r>
              <a:t>Copia exacta: https://raw.githubusercontent.com/kartikajls/Store-Sales-Time-Series-Forecasting/c6eac8b828c7c8231320dafbe0257f3466005fbe/store-sales-time-series-forecasting.zip</a:t>
            </a:r>
          </a:p>
          <a:p xmlns:a="http://schemas.openxmlformats.org/drawingml/2006/main">
            <a:r>
              <a:t>Filtro de train.csv: tienda 44, del 22/05/2017 al 13/08/2017. Fuente de la ciudad: stores.csv. Datos y cálculos reproducibles en RNN_LSTM_Stock.ipynb.</a:t>
            </a:r>
          </a:p>
          <a:p xmlns:a="http://schemas.openxmlformats.org/drawingml/2006/main">
            <a:r>
              <a:t/>
            </a:r>
          </a:p>
          <a:p xmlns:a="http://schemas.openxmlformats.org/drawingml/2006/main">
            <a:r>
              <a:t/>
            </a:r>
          </a:p>
          <a:p xmlns:a="http://schemas.openxmlformats.org/drawingml/2006/main">
            <a:r>
              <a:t>55 segundos. Cada punto suma siete días completos. La semana 1 empieza el 22 de mayo. La semana 12 termina el 13 de agosto. Los máximos no coinciden en todas las familias: bebidas y lácteos tienen su máximo en la semana 2, las otras cuatro en la semana 6. La última semana es menor que sus máximos en todas las series. Las escalas verticales son propias de cada categoría, por lo que comparamos la forma de la serie, no la altura entre gráficos.</a:t>
            </a:r>
            <a:br/>
            <a:r>
              <a:t>Valores semanales exactos: {"BEVERAGES":[74313,84187,82478,73777,69778,73741,73538,80513,74614,75985,72513,60127],"PRODUCE":[68387.838,73076.799,71681.552,71169.038,68954.263,74238.9905,72284.95850000001,68144.329,68657.007,66705.486,70500.455,62209.058],"DAIRY":[19178,21135,20492,19708,19300,19994,19843,17829,18425,17502,18570,15996],"CLEANING":[17462,19569,19406,16588,18487,21967,20679,18200,20425,19867,19699,14056],"BREAD/BAKERY":[12756.68,13154.067000000001,12691.337,12302.601999999999,12705.511,13631.173999999999,12753.504,11911.326000000001,11355.864,11499.27,12084.502,10700.114],"MEATS":[6966.157999999999,7303.14,7291.312,7142.80606,6557.055,7474.194030000001,7027.907,6588.8189999999995,7029.111000000001,6551.56497,7136.398999999999,6059.729]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original: https://www.kaggle.com/competitions/store-sales-time-series-forecasting/data</a:t>
            </a:r>
          </a:p>
          <a:p xmlns:a="http://schemas.openxmlformats.org/drawingml/2006/main">
            <a:r>
              <a:t>Copia exacta: https://raw.githubusercontent.com/kartikajls/Store-Sales-Time-Series-Forecasting/c6eac8b828c7c8231320dafbe0257f3466005fbe/store-sales-time-series-forecasting.zip</a:t>
            </a:r>
          </a:p>
          <a:p xmlns:a="http://schemas.openxmlformats.org/drawingml/2006/main">
            <a:r>
              <a:t>Filtro de train.csv: tienda 44, del 22/05/2017 al 13/08/2017. Fuente de la ciudad: stores.csv. Datos y cálculos reproducibles en RNN_LSTM_Stock.ipynb.</a:t>
            </a:r>
          </a:p>
          <a:p xmlns:a="http://schemas.openxmlformats.org/drawingml/2006/main">
            <a:r>
              <a:t/>
            </a:r>
          </a:p>
          <a:p xmlns:a="http://schemas.openxmlformats.org/drawingml/2006/main">
            <a:r>
              <a:t/>
            </a:r>
          </a:p>
          <a:p xmlns:a="http://schemas.openxmlformats.org/drawingml/2006/main">
            <a:r>
              <a:t>50 segundos. Este cuadro permite comparar días dentro de cada familia. Un índice 147 significa aproximadamente 47% por encima del promedio diario de esa familia. Las celdas rojas marcan los máximos, no totales monetarios. Domingo lidera en cinco familias y carnes tiene el máximo el viernes. Las cifras grandes usan el índice sin redondear: bebidas domingo 146,5869 y carnes viernes 167,5560. Podemos considerar el patrón al planificar cobertura, pero no concluimos que una promoción cause el pico.</a:t>
            </a:r>
            <a:br/>
            <a:r>
              <a:t>Índices exactos: {"BEVERAGES":[87.67234949149363,76.87178135789291,81.50763094541541,71.72709041453209,95.11112550303497,140.52306702815213,146.58695525947897],"PRODUCE":[88.33801852177868,74.40697146681924,129.0768154344569,68.8455850517365,90.27023791709881,116.92225466732404,132.14011694078596],"DAIRY":[88.58236976470796,77.45161686522907,89.81059077430562,72.03516221290334,101.01196638183636,129.68785640341798,141.42043759759972],"CLEANING":[93.1838961153685,83.77862679711139,98.76151145071886,75.05664627547979,95.34815927210089,122.21903226518849,131.65212782403216],"BREAD/BAKERY":[92.23623425626909,85.78853783659572,91.79111123151048,75.41779713087485,98.7106220217456,122.52213481615635,133.53356270684785],"MEATS":[77.87249365065188,72.68303341169646,77.31061158444933,68.07710543835788,167.55600178671799,119.19547745320673,117.3052766749198]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original: https://www.kaggle.com/competitions/store-sales-time-series-forecasting/data</a:t>
            </a:r>
          </a:p>
          <a:p xmlns:a="http://schemas.openxmlformats.org/drawingml/2006/main">
            <a:r>
              <a:t>Copia exacta: https://raw.githubusercontent.com/kartikajls/Store-Sales-Time-Series-Forecasting/c6eac8b828c7c8231320dafbe0257f3466005fbe/store-sales-time-series-forecasting.zip</a:t>
            </a:r>
          </a:p>
          <a:p xmlns:a="http://schemas.openxmlformats.org/drawingml/2006/main">
            <a:r>
              <a:t>Filtro de train.csv: tienda 44, del 22/05/2017 al 13/08/2017. Fuente de la ciudad: stores.csv. Datos y cálculos reproducibles en RNN_LSTM_Stock.ipynb.</a:t>
            </a:r>
          </a:p>
          <a:p xmlns:a="http://schemas.openxmlformats.org/drawingml/2006/main">
            <a:r>
              <a:t/>
            </a:r>
          </a:p>
          <a:p xmlns:a="http://schemas.openxmlformats.org/drawingml/2006/main">
            <a:r>
              <a:t/>
            </a:r>
          </a:p>
          <a:p xmlns:a="http://schemas.openxmlformats.org/drawingml/2006/main">
            <a:r>
              <a:t>45 segundos. Comparamos dos bloques de cuatro semanas, no dos días aislados. Lácteos cae 12,4%, panadería 10,3%, bebidas 10,0%, carnes 6,7% y frutas y verduras 5,7%. Limpieza es la única categoría que aumenta, con 1,4%. La longitud de cada barra es el nivel final con base cien en el inicio. Este análisis no identifica una causa ni representa la tendencia de todo el país.</a:t>
            </a:r>
            <a:br/>
            <a:r>
              <a:t>Cambios exactos en porcentaje: {"BEVERAGES":-10.01286715064097,"PRODUCE":-5.713102731567698,"DAIRY":-12.445195185870606,"CLEANING":1.3995207120849118,"BREAD/BAKERY":-10.342733476442623,"MEATS":-6.712135189667734}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original: https://www.kaggle.com/competitions/store-sales-time-series-forecasting/data</a:t>
            </a:r>
          </a:p>
          <a:p xmlns:a="http://schemas.openxmlformats.org/drawingml/2006/main">
            <a:r>
              <a:t>Copia exacta: https://raw.githubusercontent.com/kartikajls/Store-Sales-Time-Series-Forecasting/c6eac8b828c7c8231320dafbe0257f3466005fbe/store-sales-time-series-forecasting.zip</a:t>
            </a:r>
          </a:p>
          <a:p xmlns:a="http://schemas.openxmlformats.org/drawingml/2006/main">
            <a:r>
              <a:t>Filtro de train.csv: tienda 44, del 22/05/2017 al 13/08/2017. Fuente de la ciudad: stores.csv. Datos y cálculos reproducibles en RNN_LSTM_Stock.ipynb.</a:t>
            </a:r>
          </a:p>
          <a:p xmlns:a="http://schemas.openxmlformats.org/drawingml/2006/main">
            <a:r>
              <a:t/>
            </a:r>
          </a:p>
          <a:p xmlns:a="http://schemas.openxmlformats.org/drawingml/2006/main">
            <a:r>
              <a:t/>
            </a:r>
          </a:p>
          <a:p xmlns:a="http://schemas.openxmlformats.org/drawingml/2006/main">
            <a:r>
              <a:t>60 segundos. Se conserva LSTM de 50 unidades y una capa Dense de una salida, con MAE, Adam, 50 épocas y lotes de 72. Se ajustan pesos y escaladores con las primeras ocho semanas. Las últimas cuatro se usan para evaluar una predicción por día, con la historia anterior disponible. La referencia semanal repite la venta del mismo día de la semana anterior. La LSTM reduce aproximadamente 18,1% el RMSE en bebidas, pero pierde en lácteos y frutas y verduras. No debemos elegir una red por su complejidad: debemos comparar su error. La negrita roja marca el menor RMSE de cada fila.</a:t>
            </a:r>
            <a:br/>
            <a:r>
              <a:t>Métricas exactas: {"BEVERAGES":[1913.160539526153,2336.960205052709],"DAIRY":[463.1056001334901,319.76603996125044],"PRODUCE":[1955.9269541575422,1044.808535091478]}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original: https://www.kaggle.com/competitions/store-sales-time-series-forecasting/data</a:t>
            </a:r>
          </a:p>
          <a:p xmlns:a="http://schemas.openxmlformats.org/drawingml/2006/main">
            <a:r>
              <a:t>Copia exacta: https://raw.githubusercontent.com/kartikajls/Store-Sales-Time-Series-Forecasting/c6eac8b828c7c8231320dafbe0257f3466005fbe/store-sales-time-series-forecasting.zip</a:t>
            </a:r>
          </a:p>
          <a:p xmlns:a="http://schemas.openxmlformats.org/drawingml/2006/main">
            <a:r>
              <a:t>Filtro de train.csv: tienda 44, del 22/05/2017 al 13/08/2017. Fuente de la ciudad: stores.csv. Datos y cálculos reproducibles en RNN_LSTM_Stock.ipynb.</a:t>
            </a:r>
          </a:p>
          <a:p xmlns:a="http://schemas.openxmlformats.org/drawingml/2006/main">
            <a:r>
              <a:t/>
            </a:r>
          </a:p>
          <a:p xmlns:a="http://schemas.openxmlformats.org/drawingml/2006/main">
            <a:r>
              <a:t/>
            </a:r>
          </a:p>
          <a:p xmlns:a="http://schemas.openxmlformats.org/drawingml/2006/main">
            <a:r>
              <a:t>CIERRE, 50 segundos. Las funciones son dos maneras de usar el mismo modelo: una familia o varias. Las cifras del 14 de agosto son estimaciones para el día posterior al último registro, no ventas observadas ni existencias reales. La cobertura no incorpora inventario disponible, reposiciones, tiempos de entrega o stock de seguridad. Concluimos que debemos respetar los patrones de cada familia y verificar el error del modelo antes de emplearlo en decisiones de abastecimiento.</a:t>
            </a:r>
            <a:br/>
            <a:r>
              <a:t>Ejemplos: predecir(fecha_fin="2017-07-21", categoria="BEVERAGES") y predecir_categorias(["BEVERAGES","DAIRY","PRODUCE"]).</a:t>
            </a:r>
            <a:br/>
            <a:r>
              <a:t>Predicciones exactas: {"BEVERAGES":10602.22265625,"DAIRY":2720.877197265625,"PRODUCE":9809.685546875}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0109f5f2b840d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38679ee0311431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09b728b2aa5491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394a1a3792540a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43076b333e548f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483846132204f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F66ABD-4BA7-420B-9ABB-0F861147EBC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A9EF4AC-C815-48DA-9C72-FC97711E818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76FEEBE-8726-48C6-AD77-5B63A3C6CB0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85328C3-4C9A-48E4-8247-22EAD151E38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2FC9CB5-B232-4562-97AA-3F934F0BFA1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C64B446-86E3-4889-A621-16D618C2FA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D08218-BE19-4246-8D35-4E18B6D28AD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A98B1D8-4CFD-4BE4-8002-EBF12FC6BBB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9DC844C-0806-410C-A5B0-5A98F74E64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BE1378D-686C-47E4-B974-2FFE40A72E5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dafd587b6b45ca" /><Relationship Type="http://schemas.openxmlformats.org/officeDocument/2006/relationships/slideLayout" Target="/ppt/slideLayouts/slideLayout1.xml" Id="R26a9cb85b0a74f3d" /><Relationship Type="http://schemas.openxmlformats.org/officeDocument/2006/relationships/slideLayout" Target="/ppt/slideLayouts/slideLayout2.xml" Id="Rf383e3ee13ac481f" /><Relationship Type="http://schemas.openxmlformats.org/officeDocument/2006/relationships/slideLayout" Target="/ppt/slideLayouts/slideLayout3.xml" Id="R4b7ac49b110b446f" /><Relationship Type="http://schemas.openxmlformats.org/officeDocument/2006/relationships/slideLayout" Target="/ppt/slideLayouts/slideLayout4.xml" Id="R814a3c1956e04bda" /><Relationship Type="http://schemas.openxmlformats.org/officeDocument/2006/relationships/slideLayout" Target="/ppt/slideLayouts/slideLayout5.xml" Id="Raea7e208fe8b487e" /><Relationship Type="http://schemas.openxmlformats.org/officeDocument/2006/relationships/slideLayout" Target="/ppt/slideLayouts/slideLayout6.xml" Id="Rdbe3d8bd996d44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a9cb85b0a74f3d"/>
    <p:sldLayoutId xmlns:r="http://schemas.openxmlformats.org/officeDocument/2006/relationships" id="2147483650" r:id="Rf383e3ee13ac481f"/>
    <p:sldLayoutId xmlns:r="http://schemas.openxmlformats.org/officeDocument/2006/relationships" id="2147483651" r:id="R4b7ac49b110b446f"/>
    <p:sldLayoutId xmlns:r="http://schemas.openxmlformats.org/officeDocument/2006/relationships" id="2147483652" r:id="R814a3c1956e04bda"/>
    <p:sldLayoutId xmlns:r="http://schemas.openxmlformats.org/officeDocument/2006/relationships" id="2147483653" r:id="Raea7e208fe8b487e"/>
    <p:sldLayoutId xmlns:r="http://schemas.openxmlformats.org/officeDocument/2006/relationships" id="2147483654" r:id="Rdbe3d8bd996d44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7069d1af59746b3" /><Relationship Type="http://schemas.openxmlformats.org/officeDocument/2006/relationships/hyperlink" Target="https://www.kaggle.com/competitions/store-sales-time-series-forecasting/data" TargetMode="External" Id="R4e81a271c8184e53" /><Relationship Type="http://schemas.openxmlformats.org/officeDocument/2006/relationships/notesSlide" Target="/ppt/notesSlides/notesSlide1.xml" Id="Rbdd5cac126f94d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be5bc169024461a" /><Relationship Type="http://schemas.openxmlformats.org/officeDocument/2006/relationships/chart" Target="/ppt/slides/charts/chart1.xml" Id="R3650fc4e0ef74f54" /><Relationship Type="http://schemas.openxmlformats.org/officeDocument/2006/relationships/hyperlink" Target="https://www.kaggle.com/competitions/store-sales-time-series-forecasting/data" TargetMode="External" Id="Rb1258107ce014305" /><Relationship Type="http://schemas.openxmlformats.org/officeDocument/2006/relationships/notesSlide" Target="/ppt/notesSlides/notesSlide2.xml" Id="R4fd3392cee17405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8c48d08c5b04ef2" /><Relationship Type="http://schemas.openxmlformats.org/officeDocument/2006/relationships/chart" Target="/ppt/slides/charts/chart2.xml" Id="R6b2e055fb6bd4a2e" /><Relationship Type="http://schemas.openxmlformats.org/officeDocument/2006/relationships/chart" Target="/ppt/slides/charts/chart3.xml" Id="R7305d001897e404b" /><Relationship Type="http://schemas.openxmlformats.org/officeDocument/2006/relationships/chart" Target="/ppt/slides/charts/chart4.xml" Id="Rcc82abe560fd4b60" /><Relationship Type="http://schemas.openxmlformats.org/officeDocument/2006/relationships/chart" Target="/ppt/slides/charts/chart5.xml" Id="R2c5d649e2f764a78" /><Relationship Type="http://schemas.openxmlformats.org/officeDocument/2006/relationships/chart" Target="/ppt/slides/charts/chart6.xml" Id="R757f99630bb7495c" /><Relationship Type="http://schemas.openxmlformats.org/officeDocument/2006/relationships/chart" Target="/ppt/slides/charts/chart7.xml" Id="R0641093f6af748ba" /><Relationship Type="http://schemas.openxmlformats.org/officeDocument/2006/relationships/hyperlink" Target="https://www.kaggle.com/competitions/store-sales-time-series-forecasting/data" TargetMode="External" Id="Rcda151f38a4c41ef" /><Relationship Type="http://schemas.openxmlformats.org/officeDocument/2006/relationships/notesSlide" Target="/ppt/notesSlides/notesSlide3.xml" Id="R60769c809e1c40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eff604cf5a34972" /><Relationship Type="http://schemas.openxmlformats.org/officeDocument/2006/relationships/hyperlink" Target="https://www.kaggle.com/competitions/store-sales-time-series-forecasting/data" TargetMode="External" Id="R68f02a46c9cb40d5" /><Relationship Type="http://schemas.openxmlformats.org/officeDocument/2006/relationships/notesSlide" Target="/ppt/notesSlides/notesSlide4.xml" Id="R7002a3ee747f48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69f94e1189f4866" /><Relationship Type="http://schemas.openxmlformats.org/officeDocument/2006/relationships/chart" Target="/ppt/slides/charts/chart8.xml" Id="R60b76a92a88f4f6a" /><Relationship Type="http://schemas.openxmlformats.org/officeDocument/2006/relationships/hyperlink" Target="https://www.kaggle.com/competitions/store-sales-time-series-forecasting/data" TargetMode="External" Id="R53ee4fd4368d4aea" /><Relationship Type="http://schemas.openxmlformats.org/officeDocument/2006/relationships/notesSlide" Target="/ppt/notesSlides/notesSlide5.xml" Id="Ref156ff0a393436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07d29c9975949a7" /><Relationship Type="http://schemas.openxmlformats.org/officeDocument/2006/relationships/chart" Target="/ppt/slides/charts/chart9.xml" Id="R41a9de8b9a664269" /><Relationship Type="http://schemas.openxmlformats.org/officeDocument/2006/relationships/hyperlink" Target="https://www.kaggle.com/competitions/store-sales-time-series-forecasting/data" TargetMode="External" Id="Rbad025fda08c418b" /><Relationship Type="http://schemas.openxmlformats.org/officeDocument/2006/relationships/notesSlide" Target="/ppt/notesSlides/notesSlide6.xml" Id="Rcb3c751d21d948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1e492771feb410c" /><Relationship Type="http://schemas.openxmlformats.org/officeDocument/2006/relationships/hyperlink" Target="https://www.kaggle.com/competitions/store-sales-time-series-forecasting/data" TargetMode="External" Id="R7c811f56ba7a451b" /><Relationship Type="http://schemas.openxmlformats.org/officeDocument/2006/relationships/notesSlide" Target="/ppt/notesSlides/notesSlide7.xml" Id="R46bf7fc553734dc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Cantidad vendida</c:v>
          </c:tx>
          <c:spPr>
            <a:solidFill xmlns:a="http://schemas.openxmlformats.org/drawingml/2006/main">
              <a:srgbClr val="C9C4C1"/>
            </a:solidFill>
          </c:spPr>
          <c:invertIfNegative val="0"/>
          <c:dPt>
            <c:idx val="0"/>
            <c:invertIfNegative val="0"/>
            <c:spPr>
              <a:solidFill xmlns:a="http://schemas.openxmlformats.org/drawingml/2006/main">
                <a:srgbClr val="C9C4C1"/>
              </a:solidFill>
            </c:spPr>
          </c:dPt>
          <c:dPt>
            <c:idx val="1"/>
            <c:invertIfNegative val="0"/>
            <c:spPr>
              <a:solidFill xmlns:a="http://schemas.openxmlformats.org/drawingml/2006/main">
                <a:srgbClr val="C9C4C1"/>
              </a:solidFill>
            </c:spPr>
          </c:dPt>
          <c:dPt>
            <c:idx val="2"/>
            <c:invertIfNegative val="0"/>
            <c:spPr>
              <a:solidFill xmlns:a="http://schemas.openxmlformats.org/drawingml/2006/main">
                <a:srgbClr val="C9C4C1"/>
              </a:solidFill>
            </c:spPr>
          </c:dPt>
          <c:dPt>
            <c:idx val="3"/>
            <c:invertIfNegative val="0"/>
            <c:spPr>
              <a:solidFill xmlns:a="http://schemas.openxmlformats.org/drawingml/2006/main">
                <a:srgbClr val="C9C4C1"/>
              </a:solidFill>
            </c:spPr>
          </c:dPt>
          <c:dPt>
            <c:idx val="4"/>
            <c:invertIfNegative val="0"/>
            <c:spPr>
              <a:solidFill xmlns:a="http://schemas.openxmlformats.org/drawingml/2006/main">
                <a:srgbClr val="B91C35"/>
              </a:solidFill>
            </c:spPr>
          </c:dPt>
          <c:dPt>
            <c:idx val="5"/>
            <c:invertIfNegative val="0"/>
            <c:spPr>
              <a:solidFill xmlns:a="http://schemas.openxmlformats.org/drawingml/2006/main">
                <a:srgbClr val="B91C35"/>
              </a:solidFill>
            </c:spPr>
          </c:dPt>
          <c:dLbls>
            <c:dLbl>
              <c:idx val="0"/>
              <c:tx>
                <c:rich>
                  <a:bodyPr xmlns:a="http://schemas.openxmlformats.org/drawingml/2006/main"/>
                  <a:lstStyle xmlns:a="http://schemas.openxmlformats.org/drawingml/2006/main"/>
                  <a:p xmlns:a="http://schemas.openxmlformats.org/drawingml/2006/main">
                    <a:r>
                      <a:rPr sz="1800" b="1">
                        <a:solidFill>
                          <a:srgbClr val="202D40"/>
                        </a:solidFill>
                        <a:latin typeface="Arial"/>
                        <a:ea typeface="Arial"/>
                        <a:cs typeface="Arial"/>
                      </a:rPr>
                      <a:t>83.128</a:t>
                    </a:r>
                  </a:p>
                </c:rich>
              </c:tx>
              <c:txPr>
                <a:bodyPr xmlns:a="http://schemas.openxmlformats.org/drawingml/2006/main" anchorCtr="1"/>
                <a:lstStyle xmlns:a="http://schemas.openxmlformats.org/drawingml/2006/main"/>
                <a:p xmlns:a="http://schemas.openxmlformats.org/drawingml/2006/main">
                  <a:pPr>
                    <a:defRPr sz="1800" b="1">
                      <a:solidFill>
                        <a:srgbClr val="202D40"/>
                      </a:solidFill>
                      <a:latin typeface="Arial"/>
                      <a:ea typeface="Arial"/>
                      <a:cs typeface="Arial"/>
                    </a:defRPr>
                  </a:pPr>
                </a:p>
              </c:txPr>
              <c:dLblPos val="outEnd"/>
              <c:showVal val="1"/>
            </c:dLbl>
            <c:dLbl>
              <c:idx val="1"/>
              <c:tx>
                <c:rich>
                  <a:bodyPr xmlns:a="http://schemas.openxmlformats.org/drawingml/2006/main"/>
                  <a:lstStyle xmlns:a="http://schemas.openxmlformats.org/drawingml/2006/main"/>
                  <a:p xmlns:a="http://schemas.openxmlformats.org/drawingml/2006/main">
                    <a:r>
                      <a:rPr sz="1800" b="1">
                        <a:solidFill>
                          <a:srgbClr val="202D40"/>
                        </a:solidFill>
                        <a:latin typeface="Arial"/>
                        <a:ea typeface="Arial"/>
                        <a:cs typeface="Arial"/>
                      </a:rPr>
                      <a:t>147.546</a:t>
                    </a:r>
                  </a:p>
                </c:rich>
              </c:tx>
              <c:txPr>
                <a:bodyPr xmlns:a="http://schemas.openxmlformats.org/drawingml/2006/main" anchorCtr="1"/>
                <a:lstStyle xmlns:a="http://schemas.openxmlformats.org/drawingml/2006/main"/>
                <a:p xmlns:a="http://schemas.openxmlformats.org/drawingml/2006/main">
                  <a:pPr>
                    <a:defRPr sz="1800" b="1">
                      <a:solidFill>
                        <a:srgbClr val="202D40"/>
                      </a:solidFill>
                      <a:latin typeface="Arial"/>
                      <a:ea typeface="Arial"/>
                      <a:cs typeface="Arial"/>
                    </a:defRPr>
                  </a:pPr>
                </a:p>
              </c:txPr>
              <c:dLblPos val="outEnd"/>
              <c:showVal val="1"/>
            </c:dLbl>
            <c:dLbl>
              <c:idx val="2"/>
              <c:tx>
                <c:rich>
                  <a:bodyPr xmlns:a="http://schemas.openxmlformats.org/drawingml/2006/main"/>
                  <a:lstStyle xmlns:a="http://schemas.openxmlformats.org/drawingml/2006/main"/>
                  <a:p xmlns:a="http://schemas.openxmlformats.org/drawingml/2006/main">
                    <a:r>
                      <a:rPr sz="1800" b="1">
                        <a:solidFill>
                          <a:srgbClr val="202D40"/>
                        </a:solidFill>
                        <a:latin typeface="Arial"/>
                        <a:ea typeface="Arial"/>
                        <a:cs typeface="Arial"/>
                      </a:rPr>
                      <a:t>226.405</a:t>
                    </a:r>
                  </a:p>
                </c:rich>
              </c:tx>
              <c:txPr>
                <a:bodyPr xmlns:a="http://schemas.openxmlformats.org/drawingml/2006/main" anchorCtr="1"/>
                <a:lstStyle xmlns:a="http://schemas.openxmlformats.org/drawingml/2006/main"/>
                <a:p xmlns:a="http://schemas.openxmlformats.org/drawingml/2006/main">
                  <a:pPr>
                    <a:defRPr sz="1800" b="1">
                      <a:solidFill>
                        <a:srgbClr val="202D40"/>
                      </a:solidFill>
                      <a:latin typeface="Arial"/>
                      <a:ea typeface="Arial"/>
                      <a:cs typeface="Arial"/>
                    </a:defRPr>
                  </a:pPr>
                </a:p>
              </c:txPr>
              <c:dLblPos val="outEnd"/>
              <c:showVal val="1"/>
            </c:dLbl>
            <c:dLbl>
              <c:idx val="3"/>
              <c:tx>
                <c:rich>
                  <a:bodyPr xmlns:a="http://schemas.openxmlformats.org/drawingml/2006/main"/>
                  <a:lstStyle xmlns:a="http://schemas.openxmlformats.org/drawingml/2006/main"/>
                  <a:p xmlns:a="http://schemas.openxmlformats.org/drawingml/2006/main">
                    <a:r>
                      <a:rPr sz="1800" b="1">
                        <a:solidFill>
                          <a:srgbClr val="202D40"/>
                        </a:solidFill>
                        <a:latin typeface="Arial"/>
                        <a:ea typeface="Arial"/>
                        <a:cs typeface="Arial"/>
                      </a:rPr>
                      <a:t>227.972</a:t>
                    </a:r>
                  </a:p>
                </c:rich>
              </c:tx>
              <c:txPr>
                <a:bodyPr xmlns:a="http://schemas.openxmlformats.org/drawingml/2006/main" anchorCtr="1"/>
                <a:lstStyle xmlns:a="http://schemas.openxmlformats.org/drawingml/2006/main"/>
                <a:p xmlns:a="http://schemas.openxmlformats.org/drawingml/2006/main">
                  <a:pPr>
                    <a:defRPr sz="1800" b="1">
                      <a:solidFill>
                        <a:srgbClr val="202D40"/>
                      </a:solidFill>
                      <a:latin typeface="Arial"/>
                      <a:ea typeface="Arial"/>
                      <a:cs typeface="Arial"/>
                    </a:defRPr>
                  </a:pPr>
                </a:p>
              </c:txPr>
              <c:dLblPos val="outEnd"/>
              <c:showVal val="1"/>
            </c:dLbl>
            <c:dLbl>
              <c:idx val="4"/>
              <c:tx>
                <c:rich>
                  <a:bodyPr xmlns:a="http://schemas.openxmlformats.org/drawingml/2006/main"/>
                  <a:lstStyle xmlns:a="http://schemas.openxmlformats.org/drawingml/2006/main"/>
                  <a:p xmlns:a="http://schemas.openxmlformats.org/drawingml/2006/main">
                    <a:r>
                      <a:rPr sz="1800" b="1">
                        <a:solidFill>
                          <a:srgbClr val="202D40"/>
                        </a:solidFill>
                        <a:latin typeface="Arial"/>
                        <a:ea typeface="Arial"/>
                        <a:cs typeface="Arial"/>
                      </a:rPr>
                      <a:t>836.010</a:t>
                    </a:r>
                  </a:p>
                </c:rich>
              </c:tx>
              <c:txPr>
                <a:bodyPr xmlns:a="http://schemas.openxmlformats.org/drawingml/2006/main" anchorCtr="1"/>
                <a:lstStyle xmlns:a="http://schemas.openxmlformats.org/drawingml/2006/main"/>
                <a:p xmlns:a="http://schemas.openxmlformats.org/drawingml/2006/main">
                  <a:pPr>
                    <a:defRPr sz="1800" b="1">
                      <a:solidFill>
                        <a:srgbClr val="202D40"/>
                      </a:solidFill>
                      <a:latin typeface="Arial"/>
                      <a:ea typeface="Arial"/>
                      <a:cs typeface="Arial"/>
                    </a:defRPr>
                  </a:pPr>
                </a:p>
              </c:txPr>
              <c:dLblPos val="outEnd"/>
              <c:showVal val="1"/>
            </c:dLbl>
            <c:dLbl>
              <c:idx val="5"/>
              <c:tx>
                <c:rich>
                  <a:bodyPr xmlns:a="http://schemas.openxmlformats.org/drawingml/2006/main"/>
                  <a:lstStyle xmlns:a="http://schemas.openxmlformats.org/drawingml/2006/main"/>
                  <a:p xmlns:a="http://schemas.openxmlformats.org/drawingml/2006/main">
                    <a:r>
                      <a:rPr sz="1800" b="1">
                        <a:solidFill>
                          <a:srgbClr val="202D40"/>
                        </a:solidFill>
                        <a:latin typeface="Arial"/>
                        <a:ea typeface="Arial"/>
                        <a:cs typeface="Arial"/>
                      </a:rPr>
                      <a:t>895.564</a:t>
                    </a:r>
                  </a:p>
                </c:rich>
              </c:tx>
              <c:txPr>
                <a:bodyPr xmlns:a="http://schemas.openxmlformats.org/drawingml/2006/main" anchorCtr="1"/>
                <a:lstStyle xmlns:a="http://schemas.openxmlformats.org/drawingml/2006/main"/>
                <a:p xmlns:a="http://schemas.openxmlformats.org/drawingml/2006/main">
                  <a:pPr>
                    <a:defRPr sz="1800" b="1">
                      <a:solidFill>
                        <a:srgbClr val="202D40"/>
                      </a:solidFill>
                      <a:latin typeface="Arial"/>
                      <a:ea typeface="Arial"/>
                      <a:cs typeface="Arial"/>
                    </a:defRPr>
                  </a:pPr>
                </a:p>
              </c:txPr>
              <c:dLblPos val="outEnd"/>
              <c:showVal val="1"/>
            </c:dLbl>
          </c:dLbls>
          <c:cat>
            <c:strRef>
              <c:f>'Chart Data'!$A$2:$A$7</c:f>
              <c:strCache>
                <c:ptCount val="6"/>
                <c:pt idx="0">
                  <c:v>Carnes</c:v>
                </c:pt>
                <c:pt idx="1">
                  <c:v>Panadería</c:v>
                </c:pt>
                <c:pt idx="2">
                  <c:v>Limpieza</c:v>
                </c:pt>
                <c:pt idx="3">
                  <c:v>Lácteos</c:v>
                </c:pt>
                <c:pt idx="4">
                  <c:v>Frutas y verduras</c:v>
                </c:pt>
                <c:pt idx="5">
                  <c:v>Bebidas</c:v>
                </c:pt>
              </c:strCache>
            </c:strRef>
          </c:cat>
          <c:val>
            <c:numRef>
              <c:f>'Chart Data'!$B$2:$B$7</c:f>
              <c:numCache>
                <c:formatCode>#,##0</c:formatCode>
                <c:ptCount val="6"/>
                <c:pt idx="0">
                  <c:v>83128.19506</c:v>
                </c:pt>
                <c:pt idx="1">
                  <c:v>147545.951</c:v>
                </c:pt>
                <c:pt idx="2">
                  <c:v>226405</c:v>
                </c:pt>
                <c:pt idx="3">
                  <c:v>227972</c:v>
                </c:pt>
                <c:pt idx="4">
                  <c:v>836009.774</c:v>
                </c:pt>
                <c:pt idx="5">
                  <c:v>895564</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202D40"/>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202D40"/>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B6370"/>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Bebidas</c:v>
          </c:tx>
          <c:spPr>
            <a:ln xmlns:a="http://schemas.openxmlformats.org/drawingml/2006/main" w="28575">
              <a:solidFill>
                <a:srgbClr val="B91C35"/>
              </a:solidFill>
            </a:ln>
          </c:spPr>
          <c:marker>
            <c:symbol val="circle"/>
            <c:size val="5"/>
            <c:spPr>
              <a:solidFill xmlns:a="http://schemas.openxmlformats.org/drawingml/2006/main">
                <a:srgbClr val="B91C35"/>
              </a:solidFill>
            </c:spPr>
          </c:marker>
          <c:cat>
            <c:numRef>
              <c:f>'Chart Data'!$A$2:$A$13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Data'!$B$2:$B$13</c:f>
              <c:numCache>
                <c:formatCode>#,##0</c:formatCode>
                <c:ptCount val="12"/>
                <c:pt idx="0">
                  <c:v>74313</c:v>
                </c:pt>
                <c:pt idx="1">
                  <c:v>84187</c:v>
                </c:pt>
                <c:pt idx="2">
                  <c:v>82478</c:v>
                </c:pt>
                <c:pt idx="3">
                  <c:v>73777</c:v>
                </c:pt>
                <c:pt idx="4">
                  <c:v>69778</c:v>
                </c:pt>
                <c:pt idx="5">
                  <c:v>73741</c:v>
                </c:pt>
                <c:pt idx="6">
                  <c:v>73538</c:v>
                </c:pt>
                <c:pt idx="7">
                  <c:v>80513</c:v>
                </c:pt>
                <c:pt idx="8">
                  <c:v>74614</c:v>
                </c:pt>
                <c:pt idx="9">
                  <c:v>75985</c:v>
                </c:pt>
                <c:pt idx="10">
                  <c:v>72513</c:v>
                </c:pt>
                <c:pt idx="11">
                  <c:v>60127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B6370"/>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5715">
              <a:solidFill>
                <a:srgbClr val="DDD9D5"/>
              </a:solidFill>
            </a:ln>
          </c:spPr>
        </c:majorGridlines>
        <c:numFmt formatCode="0,&quot; mil&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B6370"/>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Frutas y verduras</c:v>
          </c:tx>
          <c:spPr>
            <a:ln xmlns:a="http://schemas.openxmlformats.org/drawingml/2006/main" w="28575">
              <a:solidFill>
                <a:srgbClr val="B91C35"/>
              </a:solidFill>
            </a:ln>
          </c:spPr>
          <c:marker>
            <c:symbol val="circle"/>
            <c:size val="5"/>
            <c:spPr>
              <a:solidFill xmlns:a="http://schemas.openxmlformats.org/drawingml/2006/main">
                <a:srgbClr val="B91C35"/>
              </a:solidFill>
            </c:spPr>
          </c:marker>
          <c:cat>
            <c:numRef>
              <c:f>'Chart Data'!$A$2:$A$13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Data'!$B$2:$B$13</c:f>
              <c:numCache>
                <c:formatCode>#,##0</c:formatCode>
                <c:ptCount val="12"/>
                <c:pt idx="0">
                  <c:v>68387.838</c:v>
                </c:pt>
                <c:pt idx="1">
                  <c:v>73076.799</c:v>
                </c:pt>
                <c:pt idx="2">
                  <c:v>71681.552</c:v>
                </c:pt>
                <c:pt idx="3">
                  <c:v>71169.038</c:v>
                </c:pt>
                <c:pt idx="4">
                  <c:v>68954.263</c:v>
                </c:pt>
                <c:pt idx="5">
                  <c:v>74238.9905</c:v>
                </c:pt>
                <c:pt idx="6">
                  <c:v>72284.9585</c:v>
                </c:pt>
                <c:pt idx="7">
                  <c:v>68144.329</c:v>
                </c:pt>
                <c:pt idx="8">
                  <c:v>68657.007</c:v>
                </c:pt>
                <c:pt idx="9">
                  <c:v>66705.486</c:v>
                </c:pt>
                <c:pt idx="10">
                  <c:v>70500.455</c:v>
                </c:pt>
                <c:pt idx="11">
                  <c:v>62209.058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B6370"/>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5715">
              <a:solidFill>
                <a:srgbClr val="DDD9D5"/>
              </a:solidFill>
            </a:ln>
          </c:spPr>
        </c:majorGridlines>
        <c:numFmt formatCode="0,&quot; mil&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B6370"/>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varyColors val="0"/>
        <c:ser>
          <c:idx val="0"/>
          <c:order val="0"/>
          <c:tx>
            <c:v>Lácteos</c:v>
          </c:tx>
          <c:spPr>
            <a:ln xmlns:a="http://schemas.openxmlformats.org/drawingml/2006/main" w="28575">
              <a:solidFill>
                <a:srgbClr val="B91C35"/>
              </a:solidFill>
            </a:ln>
          </c:spPr>
          <c:marker>
            <c:symbol val="circle"/>
            <c:size val="5"/>
            <c:spPr>
              <a:solidFill xmlns:a="http://schemas.openxmlformats.org/drawingml/2006/main">
                <a:srgbClr val="B91C35"/>
              </a:solidFill>
            </c:spPr>
          </c:marker>
          <c:cat>
            <c:numRef>
              <c:f>'Chart Data'!$A$2:$A$13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Data'!$B$2:$B$13</c:f>
              <c:numCache>
                <c:formatCode>#,##0</c:formatCode>
                <c:ptCount val="12"/>
                <c:pt idx="0">
                  <c:v>19178</c:v>
                </c:pt>
                <c:pt idx="1">
                  <c:v>21135</c:v>
                </c:pt>
                <c:pt idx="2">
                  <c:v>20492</c:v>
                </c:pt>
                <c:pt idx="3">
                  <c:v>19708</c:v>
                </c:pt>
                <c:pt idx="4">
                  <c:v>19300</c:v>
                </c:pt>
                <c:pt idx="5">
                  <c:v>19994</c:v>
                </c:pt>
                <c:pt idx="6">
                  <c:v>19843</c:v>
                </c:pt>
                <c:pt idx="7">
                  <c:v>17829</c:v>
                </c:pt>
                <c:pt idx="8">
                  <c:v>18425</c:v>
                </c:pt>
                <c:pt idx="9">
                  <c:v>17502</c:v>
                </c:pt>
                <c:pt idx="10">
                  <c:v>18570</c:v>
                </c:pt>
                <c:pt idx="11">
                  <c:v>15996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B6370"/>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5715">
              <a:solidFill>
                <a:srgbClr val="DDD9D5"/>
              </a:solidFill>
            </a:ln>
          </c:spPr>
        </c:majorGridlines>
        <c:numFmt formatCode="0,&quot; mil&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B6370"/>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Limpieza</c:v>
          </c:tx>
          <c:spPr>
            <a:ln xmlns:a="http://schemas.openxmlformats.org/drawingml/2006/main" w="28575">
              <a:solidFill>
                <a:srgbClr val="B91C35"/>
              </a:solidFill>
            </a:ln>
          </c:spPr>
          <c:marker>
            <c:symbol val="circle"/>
            <c:size val="5"/>
            <c:spPr>
              <a:solidFill xmlns:a="http://schemas.openxmlformats.org/drawingml/2006/main">
                <a:srgbClr val="B91C35"/>
              </a:solidFill>
            </c:spPr>
          </c:marker>
          <c:cat>
            <c:numRef>
              <c:f>'Chart Data'!$A$2:$A$13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Data'!$B$2:$B$13</c:f>
              <c:numCache>
                <c:formatCode>#,##0</c:formatCode>
                <c:ptCount val="12"/>
                <c:pt idx="0">
                  <c:v>17462</c:v>
                </c:pt>
                <c:pt idx="1">
                  <c:v>19569</c:v>
                </c:pt>
                <c:pt idx="2">
                  <c:v>19406</c:v>
                </c:pt>
                <c:pt idx="3">
                  <c:v>16588</c:v>
                </c:pt>
                <c:pt idx="4">
                  <c:v>18487</c:v>
                </c:pt>
                <c:pt idx="5">
                  <c:v>21967</c:v>
                </c:pt>
                <c:pt idx="6">
                  <c:v>20679</c:v>
                </c:pt>
                <c:pt idx="7">
                  <c:v>18200</c:v>
                </c:pt>
                <c:pt idx="8">
                  <c:v>20425</c:v>
                </c:pt>
                <c:pt idx="9">
                  <c:v>19867</c:v>
                </c:pt>
                <c:pt idx="10">
                  <c:v>19699</c:v>
                </c:pt>
                <c:pt idx="11">
                  <c:v>14056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B6370"/>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5715">
              <a:solidFill>
                <a:srgbClr val="DDD9D5"/>
              </a:solidFill>
            </a:ln>
          </c:spPr>
        </c:majorGridlines>
        <c:numFmt formatCode="0,&quot; mil&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B6370"/>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lineChart>
        <c:grouping val="standard"/>
        <c:varyColors val="0"/>
        <c:ser>
          <c:idx val="0"/>
          <c:order val="0"/>
          <c:tx>
            <c:v>Panadería</c:v>
          </c:tx>
          <c:spPr>
            <a:ln xmlns:a="http://schemas.openxmlformats.org/drawingml/2006/main" w="28575">
              <a:solidFill>
                <a:srgbClr val="B91C35"/>
              </a:solidFill>
            </a:ln>
          </c:spPr>
          <c:marker>
            <c:symbol val="circle"/>
            <c:size val="5"/>
            <c:spPr>
              <a:solidFill xmlns:a="http://schemas.openxmlformats.org/drawingml/2006/main">
                <a:srgbClr val="B91C35"/>
              </a:solidFill>
            </c:spPr>
          </c:marker>
          <c:cat>
            <c:numRef>
              <c:f>'Chart Data'!$A$2:$A$13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Data'!$B$2:$B$13</c:f>
              <c:numCache>
                <c:formatCode>#,##0</c:formatCode>
                <c:ptCount val="12"/>
                <c:pt idx="0">
                  <c:v>12756.68</c:v>
                </c:pt>
                <c:pt idx="1">
                  <c:v>13154.067</c:v>
                </c:pt>
                <c:pt idx="2">
                  <c:v>12691.337</c:v>
                </c:pt>
                <c:pt idx="3">
                  <c:v>12302.602</c:v>
                </c:pt>
                <c:pt idx="4">
                  <c:v>12705.511</c:v>
                </c:pt>
                <c:pt idx="5">
                  <c:v>13631.174</c:v>
                </c:pt>
                <c:pt idx="6">
                  <c:v>12753.504</c:v>
                </c:pt>
                <c:pt idx="7">
                  <c:v>11911.326</c:v>
                </c:pt>
                <c:pt idx="8">
                  <c:v>11355.864</c:v>
                </c:pt>
                <c:pt idx="9">
                  <c:v>11499.27</c:v>
                </c:pt>
                <c:pt idx="10">
                  <c:v>12084.502</c:v>
                </c:pt>
                <c:pt idx="11">
                  <c:v>10700.114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B6370"/>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5715">
              <a:solidFill>
                <a:srgbClr val="DDD9D5"/>
              </a:solidFill>
            </a:ln>
          </c:spPr>
        </c:majorGridlines>
        <c:numFmt formatCode="0,&quot; mil&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B6370"/>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ineChart>
        <c:grouping val="standard"/>
        <c:varyColors val="0"/>
        <c:ser>
          <c:idx val="0"/>
          <c:order val="0"/>
          <c:tx>
            <c:v>Carnes</c:v>
          </c:tx>
          <c:spPr>
            <a:ln xmlns:a="http://schemas.openxmlformats.org/drawingml/2006/main" w="28575">
              <a:solidFill>
                <a:srgbClr val="B91C35"/>
              </a:solidFill>
            </a:ln>
          </c:spPr>
          <c:marker>
            <c:symbol val="circle"/>
            <c:size val="5"/>
            <c:spPr>
              <a:solidFill xmlns:a="http://schemas.openxmlformats.org/drawingml/2006/main">
                <a:srgbClr val="B91C35"/>
              </a:solidFill>
            </c:spPr>
          </c:marker>
          <c:cat>
            <c:numRef>
              <c:f>'Chart Data'!$A$2:$A$13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Data'!$B$2:$B$13</c:f>
              <c:numCache>
                <c:formatCode>#,##0</c:formatCode>
                <c:ptCount val="12"/>
                <c:pt idx="0">
                  <c:v>6966.158</c:v>
                </c:pt>
                <c:pt idx="1">
                  <c:v>7303.14</c:v>
                </c:pt>
                <c:pt idx="2">
                  <c:v>7291.312</c:v>
                </c:pt>
                <c:pt idx="3">
                  <c:v>7142.80606</c:v>
                </c:pt>
                <c:pt idx="4">
                  <c:v>6557.055</c:v>
                </c:pt>
                <c:pt idx="5">
                  <c:v>7474.19403</c:v>
                </c:pt>
                <c:pt idx="6">
                  <c:v>7027.907</c:v>
                </c:pt>
                <c:pt idx="7">
                  <c:v>6588.819</c:v>
                </c:pt>
                <c:pt idx="8">
                  <c:v>7029.111</c:v>
                </c:pt>
                <c:pt idx="9">
                  <c:v>6551.56497</c:v>
                </c:pt>
                <c:pt idx="10">
                  <c:v>7136.399</c:v>
                </c:pt>
                <c:pt idx="11">
                  <c:v>6059.729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B6370"/>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5715">
              <a:solidFill>
                <a:srgbClr val="DDD9D5"/>
              </a:solidFill>
            </a:ln>
          </c:spPr>
        </c:majorGridlines>
        <c:numFmt formatCode="0,&quot; mil&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B6370"/>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bar"/>
        <c:varyColors val="0"/>
        <c:ser>
          <c:idx val="0"/>
          <c:order val="0"/>
          <c:tx>
            <c:v>Índice final respecto al inicio</c:v>
          </c:tx>
          <c:spPr>
            <a:solidFill xmlns:a="http://schemas.openxmlformats.org/drawingml/2006/main">
              <a:srgbClr val="B91C35"/>
            </a:solidFill>
          </c:spPr>
          <c:invertIfNegative val="0"/>
          <c:dPt>
            <c:idx val="0"/>
            <c:invertIfNegative val="0"/>
            <c:spPr>
              <a:solidFill xmlns:a="http://schemas.openxmlformats.org/drawingml/2006/main">
                <a:srgbClr val="28706C"/>
              </a:solidFill>
            </c:spPr>
          </c:dPt>
          <c:dPt>
            <c:idx val="1"/>
            <c:invertIfNegative val="0"/>
            <c:spPr>
              <a:solidFill xmlns:a="http://schemas.openxmlformats.org/drawingml/2006/main">
                <a:srgbClr val="B91C35"/>
              </a:solidFill>
            </c:spPr>
          </c:dPt>
          <c:dPt>
            <c:idx val="2"/>
            <c:invertIfNegative val="0"/>
            <c:spPr>
              <a:solidFill xmlns:a="http://schemas.openxmlformats.org/drawingml/2006/main">
                <a:srgbClr val="B91C35"/>
              </a:solidFill>
            </c:spPr>
          </c:dPt>
          <c:dPt>
            <c:idx val="3"/>
            <c:invertIfNegative val="0"/>
            <c:spPr>
              <a:solidFill xmlns:a="http://schemas.openxmlformats.org/drawingml/2006/main">
                <a:srgbClr val="B91C35"/>
              </a:solidFill>
            </c:spPr>
          </c:dPt>
          <c:dPt>
            <c:idx val="4"/>
            <c:invertIfNegative val="0"/>
            <c:spPr>
              <a:solidFill xmlns:a="http://schemas.openxmlformats.org/drawingml/2006/main">
                <a:srgbClr val="B91C35"/>
              </a:solidFill>
            </c:spPr>
          </c:dPt>
          <c:dPt>
            <c:idx val="5"/>
            <c:invertIfNegative val="0"/>
            <c:spPr>
              <a:solidFill xmlns:a="http://schemas.openxmlformats.org/drawingml/2006/main">
                <a:srgbClr val="B91C35"/>
              </a:solidFill>
            </c:spPr>
          </c:dPt>
          <c:dLbls>
            <c:dLbl>
              <c:idx val="0"/>
              <c:tx>
                <c:rich>
                  <a:bodyPr xmlns:a="http://schemas.openxmlformats.org/drawingml/2006/main"/>
                  <a:lstStyle xmlns:a="http://schemas.openxmlformats.org/drawingml/2006/main"/>
                  <a:p xmlns:a="http://schemas.openxmlformats.org/drawingml/2006/main">
                    <a:r>
                      <a:rPr sz="1725" b="1">
                        <a:solidFill>
                          <a:srgbClr val="202D40"/>
                        </a:solidFill>
                        <a:latin typeface="Arial"/>
                        <a:ea typeface="Arial"/>
                        <a:cs typeface="Arial"/>
                      </a:rPr>
                      <a:t>101,4%</a:t>
                    </a:r>
                  </a:p>
                </c:rich>
              </c:tx>
              <c:txPr>
                <a:bodyPr xmlns:a="http://schemas.openxmlformats.org/drawingml/2006/main" anchorCtr="1"/>
                <a:lstStyle xmlns:a="http://schemas.openxmlformats.org/drawingml/2006/main"/>
                <a:p xmlns:a="http://schemas.openxmlformats.org/drawingml/2006/main">
                  <a:pPr>
                    <a:defRPr sz="1725" b="1">
                      <a:solidFill>
                        <a:srgbClr val="202D40"/>
                      </a:solidFill>
                      <a:latin typeface="Arial"/>
                      <a:ea typeface="Arial"/>
                      <a:cs typeface="Arial"/>
                    </a:defRPr>
                  </a:pPr>
                </a:p>
              </c:txPr>
              <c:dLblPos val="outEnd"/>
              <c:showVal val="1"/>
            </c:dLbl>
            <c:dLbl>
              <c:idx val="1"/>
              <c:tx>
                <c:rich>
                  <a:bodyPr xmlns:a="http://schemas.openxmlformats.org/drawingml/2006/main"/>
                  <a:lstStyle xmlns:a="http://schemas.openxmlformats.org/drawingml/2006/main"/>
                  <a:p xmlns:a="http://schemas.openxmlformats.org/drawingml/2006/main">
                    <a:r>
                      <a:rPr sz="1725" b="1">
                        <a:solidFill>
                          <a:srgbClr val="202D40"/>
                        </a:solidFill>
                        <a:latin typeface="Arial"/>
                        <a:ea typeface="Arial"/>
                        <a:cs typeface="Arial"/>
                      </a:rPr>
                      <a:t>94,3%</a:t>
                    </a:r>
                  </a:p>
                </c:rich>
              </c:tx>
              <c:txPr>
                <a:bodyPr xmlns:a="http://schemas.openxmlformats.org/drawingml/2006/main" anchorCtr="1"/>
                <a:lstStyle xmlns:a="http://schemas.openxmlformats.org/drawingml/2006/main"/>
                <a:p xmlns:a="http://schemas.openxmlformats.org/drawingml/2006/main">
                  <a:pPr>
                    <a:defRPr sz="1725" b="1">
                      <a:solidFill>
                        <a:srgbClr val="202D40"/>
                      </a:solidFill>
                      <a:latin typeface="Arial"/>
                      <a:ea typeface="Arial"/>
                      <a:cs typeface="Arial"/>
                    </a:defRPr>
                  </a:pPr>
                </a:p>
              </c:txPr>
              <c:dLblPos val="outEnd"/>
              <c:showVal val="1"/>
            </c:dLbl>
            <c:dLbl>
              <c:idx val="2"/>
              <c:tx>
                <c:rich>
                  <a:bodyPr xmlns:a="http://schemas.openxmlformats.org/drawingml/2006/main"/>
                  <a:lstStyle xmlns:a="http://schemas.openxmlformats.org/drawingml/2006/main"/>
                  <a:p xmlns:a="http://schemas.openxmlformats.org/drawingml/2006/main">
                    <a:r>
                      <a:rPr sz="1725" b="1">
                        <a:solidFill>
                          <a:srgbClr val="202D40"/>
                        </a:solidFill>
                        <a:latin typeface="Arial"/>
                        <a:ea typeface="Arial"/>
                        <a:cs typeface="Arial"/>
                      </a:rPr>
                      <a:t>93,3%</a:t>
                    </a:r>
                  </a:p>
                </c:rich>
              </c:tx>
              <c:txPr>
                <a:bodyPr xmlns:a="http://schemas.openxmlformats.org/drawingml/2006/main" anchorCtr="1"/>
                <a:lstStyle xmlns:a="http://schemas.openxmlformats.org/drawingml/2006/main"/>
                <a:p xmlns:a="http://schemas.openxmlformats.org/drawingml/2006/main">
                  <a:pPr>
                    <a:defRPr sz="1725" b="1">
                      <a:solidFill>
                        <a:srgbClr val="202D40"/>
                      </a:solidFill>
                      <a:latin typeface="Arial"/>
                      <a:ea typeface="Arial"/>
                      <a:cs typeface="Arial"/>
                    </a:defRPr>
                  </a:pPr>
                </a:p>
              </c:txPr>
              <c:dLblPos val="outEnd"/>
              <c:showVal val="1"/>
            </c:dLbl>
            <c:dLbl>
              <c:idx val="3"/>
              <c:tx>
                <c:rich>
                  <a:bodyPr xmlns:a="http://schemas.openxmlformats.org/drawingml/2006/main"/>
                  <a:lstStyle xmlns:a="http://schemas.openxmlformats.org/drawingml/2006/main"/>
                  <a:p xmlns:a="http://schemas.openxmlformats.org/drawingml/2006/main">
                    <a:r>
                      <a:rPr sz="1725" b="1">
                        <a:solidFill>
                          <a:srgbClr val="202D40"/>
                        </a:solidFill>
                        <a:latin typeface="Arial"/>
                        <a:ea typeface="Arial"/>
                        <a:cs typeface="Arial"/>
                      </a:rPr>
                      <a:t>90,0%</a:t>
                    </a:r>
                  </a:p>
                </c:rich>
              </c:tx>
              <c:txPr>
                <a:bodyPr xmlns:a="http://schemas.openxmlformats.org/drawingml/2006/main" anchorCtr="1"/>
                <a:lstStyle xmlns:a="http://schemas.openxmlformats.org/drawingml/2006/main"/>
                <a:p xmlns:a="http://schemas.openxmlformats.org/drawingml/2006/main">
                  <a:pPr>
                    <a:defRPr sz="1725" b="1">
                      <a:solidFill>
                        <a:srgbClr val="202D40"/>
                      </a:solidFill>
                      <a:latin typeface="Arial"/>
                      <a:ea typeface="Arial"/>
                      <a:cs typeface="Arial"/>
                    </a:defRPr>
                  </a:pPr>
                </a:p>
              </c:txPr>
              <c:dLblPos val="outEnd"/>
              <c:showVal val="1"/>
            </c:dLbl>
            <c:dLbl>
              <c:idx val="4"/>
              <c:tx>
                <c:rich>
                  <a:bodyPr xmlns:a="http://schemas.openxmlformats.org/drawingml/2006/main"/>
                  <a:lstStyle xmlns:a="http://schemas.openxmlformats.org/drawingml/2006/main"/>
                  <a:p xmlns:a="http://schemas.openxmlformats.org/drawingml/2006/main">
                    <a:r>
                      <a:rPr sz="1725" b="1">
                        <a:solidFill>
                          <a:srgbClr val="202D40"/>
                        </a:solidFill>
                        <a:latin typeface="Arial"/>
                        <a:ea typeface="Arial"/>
                        <a:cs typeface="Arial"/>
                      </a:rPr>
                      <a:t>89,7%</a:t>
                    </a:r>
                  </a:p>
                </c:rich>
              </c:tx>
              <c:txPr>
                <a:bodyPr xmlns:a="http://schemas.openxmlformats.org/drawingml/2006/main" anchorCtr="1"/>
                <a:lstStyle xmlns:a="http://schemas.openxmlformats.org/drawingml/2006/main"/>
                <a:p xmlns:a="http://schemas.openxmlformats.org/drawingml/2006/main">
                  <a:pPr>
                    <a:defRPr sz="1725" b="1">
                      <a:solidFill>
                        <a:srgbClr val="202D40"/>
                      </a:solidFill>
                      <a:latin typeface="Arial"/>
                      <a:ea typeface="Arial"/>
                      <a:cs typeface="Arial"/>
                    </a:defRPr>
                  </a:pPr>
                </a:p>
              </c:txPr>
              <c:dLblPos val="outEnd"/>
              <c:showVal val="1"/>
            </c:dLbl>
            <c:dLbl>
              <c:idx val="5"/>
              <c:tx>
                <c:rich>
                  <a:bodyPr xmlns:a="http://schemas.openxmlformats.org/drawingml/2006/main"/>
                  <a:lstStyle xmlns:a="http://schemas.openxmlformats.org/drawingml/2006/main"/>
                  <a:p xmlns:a="http://schemas.openxmlformats.org/drawingml/2006/main">
                    <a:r>
                      <a:rPr sz="1725" b="1">
                        <a:solidFill>
                          <a:srgbClr val="202D40"/>
                        </a:solidFill>
                        <a:latin typeface="Arial"/>
                        <a:ea typeface="Arial"/>
                        <a:cs typeface="Arial"/>
                      </a:rPr>
                      <a:t>87,6%</a:t>
                    </a:r>
                  </a:p>
                </c:rich>
              </c:tx>
              <c:txPr>
                <a:bodyPr xmlns:a="http://schemas.openxmlformats.org/drawingml/2006/main" anchorCtr="1"/>
                <a:lstStyle xmlns:a="http://schemas.openxmlformats.org/drawingml/2006/main"/>
                <a:p xmlns:a="http://schemas.openxmlformats.org/drawingml/2006/main">
                  <a:pPr>
                    <a:defRPr sz="1725" b="1">
                      <a:solidFill>
                        <a:srgbClr val="202D40"/>
                      </a:solidFill>
                      <a:latin typeface="Arial"/>
                      <a:ea typeface="Arial"/>
                      <a:cs typeface="Arial"/>
                    </a:defRPr>
                  </a:pPr>
                </a:p>
              </c:txPr>
              <c:dLblPos val="outEnd"/>
              <c:showVal val="1"/>
            </c:dLbl>
          </c:dLbls>
          <c:cat>
            <c:strRef>
              <c:f>'Chart Data'!$A$2:$A$7</c:f>
              <c:strCache>
                <c:ptCount val="6"/>
                <c:pt idx="0">
                  <c:v>Limpieza</c:v>
                </c:pt>
                <c:pt idx="1">
                  <c:v>Frutas y verduras</c:v>
                </c:pt>
                <c:pt idx="2">
                  <c:v>Carnes</c:v>
                </c:pt>
                <c:pt idx="3">
                  <c:v>Bebidas</c:v>
                </c:pt>
                <c:pt idx="4">
                  <c:v>Panadería</c:v>
                </c:pt>
                <c:pt idx="5">
                  <c:v>Lácteos</c:v>
                </c:pt>
              </c:strCache>
            </c:strRef>
          </c:cat>
          <c:val>
            <c:numRef>
              <c:f>'Chart Data'!$B$2:$B$7</c:f>
              <c:numCache>
                <c:formatCode>0.0%</c:formatCode>
                <c:ptCount val="6"/>
                <c:pt idx="0">
                  <c:v>1.013995</c:v>
                </c:pt>
                <c:pt idx="1">
                  <c:v>0.942869</c:v>
                </c:pt>
                <c:pt idx="2">
                  <c:v>0.932879</c:v>
                </c:pt>
                <c:pt idx="3">
                  <c:v>0.899871</c:v>
                </c:pt>
                <c:pt idx="4">
                  <c:v>0.896573</c:v>
                </c:pt>
                <c:pt idx="5">
                  <c:v>0.875548</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202D40"/>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max val="1.2"/>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scatterChart>
        <c:scatterStyle val="line"/>
        <c:varyColors val="0"/>
        <c:ser>
          <c:idx val="0"/>
          <c:order val="0"/>
          <c:tx>
            <c:v>Real</c:v>
          </c:tx>
          <c:spPr>
            <a:ln xmlns:a="http://schemas.openxmlformats.org/drawingml/2006/main" w="23813">
              <a:solidFill>
                <a:srgbClr val="202D40"/>
              </a:solidFill>
            </a:ln>
          </c:spPr>
          <c:xVal>
            <c:numRef>
              <c:f>'Chart Data'!$A$2:$A$29</c:f>
              <c:numCache>
                <c:formatCode>General</c:formatCode>
                <c:ptCount val="2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numCache>
            </c:numRef>
          </c:xVal>
          <c:yVal>
            <c:numRef>
              <c:f>'Chart Data'!$B$2:$B$29</c:f>
              <c:numCache>
                <c:formatCode>0," mil"</c:formatCode>
                <c:ptCount val="28"/>
                <c:pt idx="0">
                  <c:v>10285</c:v>
                </c:pt>
                <c:pt idx="1">
                  <c:v>8366</c:v>
                </c:pt>
                <c:pt idx="2">
                  <c:v>9559</c:v>
                </c:pt>
                <c:pt idx="3">
                  <c:v>7934</c:v>
                </c:pt>
                <c:pt idx="4">
                  <c:v>9026</c:v>
                </c:pt>
                <c:pt idx="5">
                  <c:v>15048</c:v>
                </c:pt>
                <c:pt idx="6">
                  <c:v>14396.000977</c:v>
                </c:pt>
                <c:pt idx="7">
                  <c:v>9830</c:v>
                </c:pt>
                <c:pt idx="8">
                  <c:v>6862</c:v>
                </c:pt>
                <c:pt idx="9">
                  <c:v>7453</c:v>
                </c:pt>
                <c:pt idx="10">
                  <c:v>7399.999512</c:v>
                </c:pt>
                <c:pt idx="11">
                  <c:v>10013</c:v>
                </c:pt>
                <c:pt idx="12">
                  <c:v>16087</c:v>
                </c:pt>
                <c:pt idx="13">
                  <c:v>18340</c:v>
                </c:pt>
                <c:pt idx="14">
                  <c:v>10860</c:v>
                </c:pt>
                <c:pt idx="15">
                  <c:v>10808</c:v>
                </c:pt>
                <c:pt idx="16">
                  <c:v>9461</c:v>
                </c:pt>
                <c:pt idx="17">
                  <c:v>7396</c:v>
                </c:pt>
                <c:pt idx="18">
                  <c:v>8620</c:v>
                </c:pt>
                <c:pt idx="19">
                  <c:v>12455</c:v>
                </c:pt>
                <c:pt idx="20">
                  <c:v>12913</c:v>
                </c:pt>
                <c:pt idx="21">
                  <c:v>8254</c:v>
                </c:pt>
                <c:pt idx="22">
                  <c:v>6967</c:v>
                </c:pt>
                <c:pt idx="23">
                  <c:v>7679</c:v>
                </c:pt>
                <c:pt idx="24">
                  <c:v>7595</c:v>
                </c:pt>
                <c:pt idx="25">
                  <c:v>9517</c:v>
                </c:pt>
                <c:pt idx="26">
                  <c:v>9624</c:v>
                </c:pt>
                <c:pt idx="27">
                  <c:v>10491</c:v>
                </c:pt>
              </c:numCache>
            </c:numRef>
          </c:yVal>
        </c:ser>
        <c:ser>
          <c:idx val="1"/>
          <c:order val="1"/>
          <c:tx>
            <c:v>LSTM</c:v>
          </c:tx>
          <c:spPr>
            <a:ln xmlns:a="http://schemas.openxmlformats.org/drawingml/2006/main" w="28575">
              <a:solidFill>
                <a:srgbClr val="B91C35"/>
              </a:solidFill>
            </a:ln>
          </c:spPr>
          <c:xVal>
            <c:numRef>
              <c:f>'Chart Data'!$C$2:$C$29</c:f>
              <c:numCache>
                <c:formatCode>General</c:formatCode>
                <c:ptCount val="2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numCache>
            </c:numRef>
          </c:xVal>
          <c:yVal>
            <c:numRef>
              <c:f>'Chart Data'!$D$2:$D$29</c:f>
              <c:numCache>
                <c:formatCode>0," mil"</c:formatCode>
                <c:ptCount val="28"/>
                <c:pt idx="0">
                  <c:v>11038.662109</c:v>
                </c:pt>
                <c:pt idx="1">
                  <c:v>8841.040039</c:v>
                </c:pt>
                <c:pt idx="2">
                  <c:v>8057.167969</c:v>
                </c:pt>
                <c:pt idx="3">
                  <c:v>9036.597656</c:v>
                </c:pt>
                <c:pt idx="4">
                  <c:v>10806.602539</c:v>
                </c:pt>
                <c:pt idx="5">
                  <c:v>12674.135742</c:v>
                </c:pt>
                <c:pt idx="6">
                  <c:v>12919.043945</c:v>
                </c:pt>
                <c:pt idx="7">
                  <c:v>11114.986328</c:v>
                </c:pt>
                <c:pt idx="8">
                  <c:v>9025.026367</c:v>
                </c:pt>
                <c:pt idx="9">
                  <c:v>8281.993164</c:v>
                </c:pt>
                <c:pt idx="10">
                  <c:v>9161.351563</c:v>
                </c:pt>
                <c:pt idx="11">
                  <c:v>10921.042969</c:v>
                </c:pt>
                <c:pt idx="12">
                  <c:v>12593.087891</c:v>
                </c:pt>
                <c:pt idx="13">
                  <c:v>12728.108398</c:v>
                </c:pt>
                <c:pt idx="14">
                  <c:v>10985.616211</c:v>
                </c:pt>
                <c:pt idx="15">
                  <c:v>8753.567383</c:v>
                </c:pt>
                <c:pt idx="16">
                  <c:v>7936.186035</c:v>
                </c:pt>
                <c:pt idx="17">
                  <c:v>8668.202148</c:v>
                </c:pt>
                <c:pt idx="18">
                  <c:v>10342.00293</c:v>
                </c:pt>
                <c:pt idx="19">
                  <c:v>11851.954102</c:v>
                </c:pt>
                <c:pt idx="20">
                  <c:v>12047.804688</c:v>
                </c:pt>
                <c:pt idx="21">
                  <c:v>10415.652344</c:v>
                </c:pt>
                <c:pt idx="22">
                  <c:v>8664.493164</c:v>
                </c:pt>
                <c:pt idx="23">
                  <c:v>8079.612793</c:v>
                </c:pt>
                <c:pt idx="24">
                  <c:v>8988.459961</c:v>
                </c:pt>
                <c:pt idx="25">
                  <c:v>10699.679688</c:v>
                </c:pt>
                <c:pt idx="26">
                  <c:v>12162.749023</c:v>
                </c:pt>
                <c:pt idx="27">
                  <c:v>12173.359375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5715">
              <a:solidFill>
                <a:srgbClr val="DDD9D5"/>
              </a:solidFill>
            </a:ln>
          </c:spPr>
        </c:majorGridlines>
        <c:numFmt formatCode="0,&quot; mil&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B6370"/>
                </a:solidFill>
                <a:latin typeface="Arial"/>
                <a:ea typeface="Arial"/>
                <a:cs typeface="Arial"/>
              </a:defRPr>
            </a:pPr>
          </a:p>
        </c:txPr>
        <c:crossAx val="48650112"/>
      </c:valAx>
      <c:valAx>
        <c:axId val="48650112"/>
        <c:scaling>
          <c:orientation val="minMax"/>
          <c:max val="28"/>
          <c:min val="0"/>
        </c:scaling>
        <c:delete val="0"/>
        <c:axPos val="b"/>
        <c:title>
          <c:tx>
            <c:rich>
              <a:bodyPr xmlns:a="http://schemas.openxmlformats.org/drawingml/2006/main"/>
              <a:lstStyle xmlns:a="http://schemas.openxmlformats.org/drawingml/2006/main"/>
              <a:p xmlns:a="http://schemas.openxmlformats.org/drawingml/2006/main">
                <a:r>
                  <a:rPr sz="1350">
                    <a:solidFill>
                      <a:srgbClr val="5B6370"/>
                    </a:solidFill>
                    <a:latin typeface="Arial"/>
                    <a:ea typeface="Arial"/>
                    <a:cs typeface="Arial"/>
                  </a:rPr>
                  <a:t>Días de prueba</a:t>
                </a:r>
              </a:p>
            </c:rich>
          </c:tx>
          <c:overlay val="0"/>
          <c:txPr>
            <a:bodyPr xmlns:a="http://schemas.openxmlformats.org/drawingml/2006/main" anchorCtr="1"/>
            <a:lstStyle xmlns:a="http://schemas.openxmlformats.org/drawingml/2006/main"/>
            <a:p xmlns:a="http://schemas.openxmlformats.org/drawingml/2006/main">
              <a:pPr>
                <a:defRPr sz="1350">
                  <a:solidFill>
                    <a:srgbClr val="5B6370"/>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B6370"/>
                </a:solidFill>
                <a:latin typeface="Arial"/>
                <a:ea typeface="Arial"/>
                <a:cs typeface="Arial"/>
              </a:defRPr>
            </a:pPr>
          </a:p>
        </c:txPr>
        <c:crossAx val="48672768"/>
        <c:majorUnit val="7"/>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202D4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B91C3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CA55DF9-475F-4F00-8D4E-E462A7CB6B93}"/>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FFFFFF"/>
                </a:solidFill>
                <a:latin typeface="Arial"/>
                <a:ea typeface="Arial"/>
                <a:cs typeface="Arial"/>
              </a:defRPr>
            </a:defPPr>
            <a:lvl1pPr>
              <a:defRPr sz="3150" b="1">
                <a:solidFill>
                  <a:srgbClr val="FFFFFF"/>
                </a:solidFill>
                <a:latin typeface="Arial"/>
                <a:ea typeface="Arial"/>
                <a:cs typeface="Arial"/>
              </a:defRPr>
            </a:lvl1pPr>
            <a:lvl2pPr>
              <a:defRPr sz="3150" b="1">
                <a:solidFill>
                  <a:srgbClr val="FFFFFF"/>
                </a:solidFill>
                <a:latin typeface="Arial"/>
                <a:ea typeface="Arial"/>
                <a:cs typeface="Arial"/>
              </a:defRPr>
            </a:lvl2pPr>
            <a:lvl3pPr>
              <a:defRPr sz="3150" b="1">
                <a:solidFill>
                  <a:srgbClr val="FFFFFF"/>
                </a:solidFill>
                <a:latin typeface="Arial"/>
                <a:ea typeface="Arial"/>
                <a:cs typeface="Arial"/>
              </a:defRPr>
            </a:lvl3pPr>
            <a:lvl4pPr>
              <a:defRPr sz="3150" b="1">
                <a:solidFill>
                  <a:srgbClr val="FFFFFF"/>
                </a:solidFill>
                <a:latin typeface="Arial"/>
                <a:ea typeface="Arial"/>
                <a:cs typeface="Arial"/>
              </a:defRPr>
            </a:lvl4pPr>
            <a:lvl5pPr>
              <a:defRPr sz="3150" b="1">
                <a:solidFill>
                  <a:srgbClr val="FFFFFF"/>
                </a:solidFill>
                <a:latin typeface="Arial"/>
                <a:ea typeface="Arial"/>
                <a:cs typeface="Arial"/>
              </a:defRPr>
            </a:lvl5pPr>
            <a:lvl6pPr>
              <a:defRPr sz="3150" b="1">
                <a:solidFill>
                  <a:srgbClr val="FFFFFF"/>
                </a:solidFill>
                <a:latin typeface="Arial"/>
                <a:ea typeface="Arial"/>
                <a:cs typeface="Arial"/>
              </a:defRPr>
            </a:lvl6pPr>
            <a:lvl7pPr>
              <a:defRPr sz="3150" b="1">
                <a:solidFill>
                  <a:srgbClr val="FFFFFF"/>
                </a:solidFill>
                <a:latin typeface="Arial"/>
                <a:ea typeface="Arial"/>
                <a:cs typeface="Arial"/>
              </a:defRPr>
            </a:lvl7pPr>
            <a:lvl8pPr>
              <a:defRPr sz="3150" b="1">
                <a:solidFill>
                  <a:srgbClr val="FFFFFF"/>
                </a:solidFill>
                <a:latin typeface="Arial"/>
                <a:ea typeface="Arial"/>
                <a:cs typeface="Arial"/>
              </a:defRPr>
            </a:lvl8pPr>
            <a:lvl9pPr>
              <a:defRPr sz="3150" b="1">
                <a:solidFill>
                  <a:srgbClr val="FFFFFF"/>
                </a:solidFill>
                <a:latin typeface="Arial"/>
                <a:ea typeface="Arial"/>
                <a:cs typeface="Arial"/>
              </a:defRPr>
            </a:lvl9pPr>
          </a:lstStyle>
          <a:p xmlns:a="http://schemas.openxmlformats.org/drawingml/2006/main">
            <a:r>
              <a:t/>
            </a:r>
          </a:p>
        </p:txBody>
      </p:sp>
      <p:sp>
        <p:nvSpPr>
          <p:cNvPr id="2" name="">
            <a:extLst xmlns:a="http://schemas.openxmlformats.org/drawingml/2006/main">
              <a:ext uri="{FF2B5EF4-FFF2-40B4-BE49-F238E27FC236}">
                <a16:creationId xmlns:a16="http://schemas.microsoft.com/office/drawing/2014/main" id="{65CB2811-2CEE-4D23-8C1E-FB88362921D6}"/>
              </a:ext>
            </a:extLst>
          </p:cNvPr>
          <p:cNvSpPr>
            <a:spLocks xmlns:a="http://schemas.openxmlformats.org/drawingml/2006/main" noGrp="1"/>
          </p:cNvSpPr>
          <p:nvPr/>
        </p:nvSpPr>
        <p:spPr>
          <a:xfrm xmlns:a="http://schemas.openxmlformats.org/drawingml/2006/main">
            <a:off x="609600" y="6467475"/>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FFFFFF"/>
                </a:solidFill>
                <a:latin typeface="Arial"/>
                <a:ea typeface="Arial"/>
                <a:cs typeface="Arial"/>
              </a:defRPr>
            </a:defPPr>
            <a:lvl1pPr>
              <a:defRPr sz="1200" b="0">
                <a:solidFill>
                  <a:srgbClr val="FFFFFF"/>
                </a:solidFill>
                <a:latin typeface="Arial"/>
                <a:ea typeface="Arial"/>
                <a:cs typeface="Arial"/>
              </a:defRPr>
            </a:lvl1pPr>
            <a:lvl2pPr>
              <a:defRPr sz="1200" b="0">
                <a:solidFill>
                  <a:srgbClr val="FFFFFF"/>
                </a:solidFill>
                <a:latin typeface="Arial"/>
                <a:ea typeface="Arial"/>
                <a:cs typeface="Arial"/>
              </a:defRPr>
            </a:lvl2pPr>
            <a:lvl3pPr>
              <a:defRPr sz="1200" b="0">
                <a:solidFill>
                  <a:srgbClr val="FFFFFF"/>
                </a:solidFill>
                <a:latin typeface="Arial"/>
                <a:ea typeface="Arial"/>
                <a:cs typeface="Arial"/>
              </a:defRPr>
            </a:lvl3pPr>
            <a:lvl4pPr>
              <a:defRPr sz="1200" b="0">
                <a:solidFill>
                  <a:srgbClr val="FFFFFF"/>
                </a:solidFill>
                <a:latin typeface="Arial"/>
                <a:ea typeface="Arial"/>
                <a:cs typeface="Arial"/>
              </a:defRPr>
            </a:lvl4pPr>
            <a:lvl5pPr>
              <a:defRPr sz="1200" b="0">
                <a:solidFill>
                  <a:srgbClr val="FFFFFF"/>
                </a:solidFill>
                <a:latin typeface="Arial"/>
                <a:ea typeface="Arial"/>
                <a:cs typeface="Arial"/>
              </a:defRPr>
            </a:lvl5pPr>
            <a:lvl6pPr>
              <a:defRPr sz="1200" b="0">
                <a:solidFill>
                  <a:srgbClr val="FFFFFF"/>
                </a:solidFill>
                <a:latin typeface="Arial"/>
                <a:ea typeface="Arial"/>
                <a:cs typeface="Arial"/>
              </a:defRPr>
            </a:lvl6pPr>
            <a:lvl7pPr>
              <a:defRPr sz="1200" b="0">
                <a:solidFill>
                  <a:srgbClr val="FFFFFF"/>
                </a:solidFill>
                <a:latin typeface="Arial"/>
                <a:ea typeface="Arial"/>
                <a:cs typeface="Arial"/>
              </a:defRPr>
            </a:lvl7pPr>
            <a:lvl8pPr>
              <a:defRPr sz="1200" b="0">
                <a:solidFill>
                  <a:srgbClr val="FFFFFF"/>
                </a:solidFill>
                <a:latin typeface="Arial"/>
                <a:ea typeface="Arial"/>
                <a:cs typeface="Arial"/>
              </a:defRPr>
            </a:lvl8pPr>
            <a:lvl9pPr>
              <a:defRPr sz="1200" b="0">
                <a:solidFill>
                  <a:srgbClr val="FFFFFF"/>
                </a:solidFill>
                <a:latin typeface="Arial"/>
                <a:ea typeface="Arial"/>
                <a:cs typeface="Arial"/>
              </a:defRPr>
            </a:lvl9pPr>
          </a:lstStyle>
          <a:p xmlns:a="http://schemas.openxmlformats.org/drawingml/2006/main">
            <a:pPr>
              <a:defRPr sz="1200" b="0">
                <a:solidFill>
                  <a:srgbClr val="5B6370"/>
                </a:solidFill>
                <a:latin typeface="Arial"/>
                <a:ea typeface="Arial"/>
                <a:cs typeface="Arial"/>
              </a:defRPr>
            </a:pPr>
            <a:r>
              <a:rPr sz="1200" b="0">
                <a:solidFill>
                  <a:srgbClr val="FFFFFF"/>
                </a:solidFill>
                <a:latin typeface="Arial"/>
                <a:ea typeface="Arial"/>
                <a:cs typeface="Arial"/>
              </a:rPr>
              <a:t>Favorita · tienda 44 · Quito</a:t>
            </a:r>
          </a:p>
        </p:txBody>
      </p:sp>
      <p:sp>
        <p:nvSpPr>
          <p:cNvPr id="3" name="">
            <a:extLst xmlns:a="http://schemas.openxmlformats.org/drawingml/2006/main">
              <a:ext uri="{FF2B5EF4-FFF2-40B4-BE49-F238E27FC236}">
                <a16:creationId xmlns:a16="http://schemas.microsoft.com/office/drawing/2014/main" id="{B4769969-E6A7-4C91-9AB6-9203893BCB06}"/>
              </a:ext>
            </a:extLst>
          </p:cNvPr>
          <p:cNvSpPr>
            <a:spLocks xmlns:a="http://schemas.openxmlformats.org/drawingml/2006/main" noGrp="1"/>
          </p:cNvSpPr>
          <p:nvPr/>
        </p:nvSpPr>
        <p:spPr>
          <a:xfrm xmlns:a="http://schemas.openxmlformats.org/drawingml/2006/main">
            <a:off x="10744200" y="6467475"/>
            <a:ext cx="83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FFFFFF"/>
                </a:solidFill>
                <a:latin typeface="Arial"/>
                <a:ea typeface="Arial"/>
                <a:cs typeface="Arial"/>
              </a:defRPr>
            </a:defPPr>
            <a:lvl1pPr>
              <a:defRPr sz="1200" b="0">
                <a:solidFill>
                  <a:srgbClr val="FFFFFF"/>
                </a:solidFill>
                <a:latin typeface="Arial"/>
                <a:ea typeface="Arial"/>
                <a:cs typeface="Arial"/>
              </a:defRPr>
            </a:lvl1pPr>
            <a:lvl2pPr>
              <a:defRPr sz="1200" b="0">
                <a:solidFill>
                  <a:srgbClr val="FFFFFF"/>
                </a:solidFill>
                <a:latin typeface="Arial"/>
                <a:ea typeface="Arial"/>
                <a:cs typeface="Arial"/>
              </a:defRPr>
            </a:lvl2pPr>
            <a:lvl3pPr>
              <a:defRPr sz="1200" b="0">
                <a:solidFill>
                  <a:srgbClr val="FFFFFF"/>
                </a:solidFill>
                <a:latin typeface="Arial"/>
                <a:ea typeface="Arial"/>
                <a:cs typeface="Arial"/>
              </a:defRPr>
            </a:lvl3pPr>
            <a:lvl4pPr>
              <a:defRPr sz="1200" b="0">
                <a:solidFill>
                  <a:srgbClr val="FFFFFF"/>
                </a:solidFill>
                <a:latin typeface="Arial"/>
                <a:ea typeface="Arial"/>
                <a:cs typeface="Arial"/>
              </a:defRPr>
            </a:lvl4pPr>
            <a:lvl5pPr>
              <a:defRPr sz="1200" b="0">
                <a:solidFill>
                  <a:srgbClr val="FFFFFF"/>
                </a:solidFill>
                <a:latin typeface="Arial"/>
                <a:ea typeface="Arial"/>
                <a:cs typeface="Arial"/>
              </a:defRPr>
            </a:lvl5pPr>
            <a:lvl6pPr>
              <a:defRPr sz="1200" b="0">
                <a:solidFill>
                  <a:srgbClr val="FFFFFF"/>
                </a:solidFill>
                <a:latin typeface="Arial"/>
                <a:ea typeface="Arial"/>
                <a:cs typeface="Arial"/>
              </a:defRPr>
            </a:lvl6pPr>
            <a:lvl7pPr>
              <a:defRPr sz="1200" b="0">
                <a:solidFill>
                  <a:srgbClr val="FFFFFF"/>
                </a:solidFill>
                <a:latin typeface="Arial"/>
                <a:ea typeface="Arial"/>
                <a:cs typeface="Arial"/>
              </a:defRPr>
            </a:lvl7pPr>
            <a:lvl8pPr>
              <a:defRPr sz="1200" b="0">
                <a:solidFill>
                  <a:srgbClr val="FFFFFF"/>
                </a:solidFill>
                <a:latin typeface="Arial"/>
                <a:ea typeface="Arial"/>
                <a:cs typeface="Arial"/>
              </a:defRPr>
            </a:lvl8pPr>
            <a:lvl9pPr>
              <a:defRPr sz="1200" b="0">
                <a:solidFill>
                  <a:srgbClr val="FFFFFF"/>
                </a:solidFill>
                <a:latin typeface="Arial"/>
                <a:ea typeface="Arial"/>
                <a:cs typeface="Arial"/>
              </a:defRPr>
            </a:lvl9pPr>
          </a:lstStyle>
          <a:p xmlns:a="http://schemas.openxmlformats.org/drawingml/2006/main">
            <a:pPr>
              <a:defRPr sz="1200" b="0">
                <a:solidFill>
                  <a:srgbClr val="5B6370"/>
                </a:solidFill>
                <a:latin typeface="Arial"/>
                <a:ea typeface="Arial"/>
                <a:cs typeface="Arial"/>
              </a:defRPr>
            </a:pPr>
            <a:r>
              <a:rPr sz="1200" b="0">
                <a:solidFill>
                  <a:srgbClr val="FFFFFF"/>
                </a:solidFill>
                <a:latin typeface="Arial"/>
                <a:ea typeface="Arial"/>
                <a:cs typeface="Arial"/>
              </a:rPr>
              <a:t>01 / 07</a:t>
            </a:r>
          </a:p>
        </p:txBody>
      </p:sp>
      <p:sp>
        <p:nvSpPr>
          <p:cNvPr id="4" name="">
            <a:extLst xmlns:a="http://schemas.openxmlformats.org/drawingml/2006/main">
              <a:ext uri="{FF2B5EF4-FFF2-40B4-BE49-F238E27FC236}">
                <a16:creationId xmlns:a16="http://schemas.microsoft.com/office/drawing/2014/main" id="{C41735AE-F794-4593-8527-1403500CB5D1}"/>
              </a:ext>
            </a:extLst>
          </p:cNvPr>
          <p:cNvSpPr>
            <a:spLocks xmlns:a="http://schemas.openxmlformats.org/drawingml/2006/main" noGrp="1"/>
          </p:cNvSpPr>
          <p:nvPr/>
        </p:nvSpPr>
        <p:spPr>
          <a:xfrm xmlns:a="http://schemas.openxmlformats.org/drawingml/2006/main">
            <a:off x="609600" y="600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Corporación Favorita</a:t>
            </a:r>
          </a:p>
        </p:txBody>
      </p:sp>
      <p:sp>
        <p:nvSpPr>
          <p:cNvPr id="5" name="">
            <a:extLst xmlns:a="http://schemas.openxmlformats.org/drawingml/2006/main">
              <a:ext uri="{FF2B5EF4-FFF2-40B4-BE49-F238E27FC236}">
                <a16:creationId xmlns:a16="http://schemas.microsoft.com/office/drawing/2014/main" id="{99805E84-5498-4E4F-B84F-DA3649EE423C}"/>
              </a:ext>
            </a:extLst>
          </p:cNvPr>
          <p:cNvSpPr>
            <a:spLocks xmlns:a="http://schemas.openxmlformats.org/drawingml/2006/main" noGrp="1"/>
          </p:cNvSpPr>
          <p:nvPr/>
        </p:nvSpPr>
        <p:spPr>
          <a:xfrm xmlns:a="http://schemas.openxmlformats.org/drawingml/2006/main">
            <a:off x="609600" y="1752600"/>
            <a:ext cx="77152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950" b="1">
                <a:solidFill>
                  <a:srgbClr val="FFFFFF"/>
                </a:solidFill>
                <a:latin typeface="Arial"/>
                <a:ea typeface="Arial"/>
                <a:cs typeface="Arial"/>
              </a:defRPr>
            </a:defPPr>
            <a:lvl1pPr>
              <a:defRPr sz="4950" b="1">
                <a:solidFill>
                  <a:srgbClr val="FFFFFF"/>
                </a:solidFill>
                <a:latin typeface="Arial"/>
                <a:ea typeface="Arial"/>
                <a:cs typeface="Arial"/>
              </a:defRPr>
            </a:lvl1pPr>
            <a:lvl2pPr>
              <a:defRPr sz="4950" b="1">
                <a:solidFill>
                  <a:srgbClr val="FFFFFF"/>
                </a:solidFill>
                <a:latin typeface="Arial"/>
                <a:ea typeface="Arial"/>
                <a:cs typeface="Arial"/>
              </a:defRPr>
            </a:lvl2pPr>
            <a:lvl3pPr>
              <a:defRPr sz="4950" b="1">
                <a:solidFill>
                  <a:srgbClr val="FFFFFF"/>
                </a:solidFill>
                <a:latin typeface="Arial"/>
                <a:ea typeface="Arial"/>
                <a:cs typeface="Arial"/>
              </a:defRPr>
            </a:lvl3pPr>
            <a:lvl4pPr>
              <a:defRPr sz="4950" b="1">
                <a:solidFill>
                  <a:srgbClr val="FFFFFF"/>
                </a:solidFill>
                <a:latin typeface="Arial"/>
                <a:ea typeface="Arial"/>
                <a:cs typeface="Arial"/>
              </a:defRPr>
            </a:lvl4pPr>
            <a:lvl5pPr>
              <a:defRPr sz="4950" b="1">
                <a:solidFill>
                  <a:srgbClr val="FFFFFF"/>
                </a:solidFill>
                <a:latin typeface="Arial"/>
                <a:ea typeface="Arial"/>
                <a:cs typeface="Arial"/>
              </a:defRPr>
            </a:lvl5pPr>
            <a:lvl6pPr>
              <a:defRPr sz="4950" b="1">
                <a:solidFill>
                  <a:srgbClr val="FFFFFF"/>
                </a:solidFill>
                <a:latin typeface="Arial"/>
                <a:ea typeface="Arial"/>
                <a:cs typeface="Arial"/>
              </a:defRPr>
            </a:lvl6pPr>
            <a:lvl7pPr>
              <a:defRPr sz="4950" b="1">
                <a:solidFill>
                  <a:srgbClr val="FFFFFF"/>
                </a:solidFill>
                <a:latin typeface="Arial"/>
                <a:ea typeface="Arial"/>
                <a:cs typeface="Arial"/>
              </a:defRPr>
            </a:lvl7pPr>
            <a:lvl8pPr>
              <a:defRPr sz="4950" b="1">
                <a:solidFill>
                  <a:srgbClr val="FFFFFF"/>
                </a:solidFill>
                <a:latin typeface="Arial"/>
                <a:ea typeface="Arial"/>
                <a:cs typeface="Arial"/>
              </a:defRPr>
            </a:lvl8pPr>
            <a:lvl9pPr>
              <a:defRPr sz="4950" b="1">
                <a:solidFill>
                  <a:srgbClr val="FFFFFF"/>
                </a:solidFill>
                <a:latin typeface="Arial"/>
                <a:ea typeface="Arial"/>
                <a:cs typeface="Arial"/>
              </a:defRPr>
            </a:lvl9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Ventas y demanda</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con redes LSTM</a:t>
            </a:r>
          </a:p>
        </p:txBody>
      </p:sp>
      <p:sp>
        <p:nvSpPr>
          <p:cNvPr id="6" name="">
            <a:extLst xmlns:a="http://schemas.openxmlformats.org/drawingml/2006/main">
              <a:ext uri="{FF2B5EF4-FFF2-40B4-BE49-F238E27FC236}">
                <a16:creationId xmlns:a16="http://schemas.microsoft.com/office/drawing/2014/main" id="{CADCB2BC-94D5-4CD7-81BA-29D9A0BB6F03}"/>
              </a:ext>
            </a:extLst>
          </p:cNvPr>
          <p:cNvSpPr>
            <a:spLocks xmlns:a="http://schemas.openxmlformats.org/drawingml/2006/main" noGrp="1"/>
          </p:cNvSpPr>
          <p:nvPr/>
        </p:nvSpPr>
        <p:spPr>
          <a:xfrm xmlns:a="http://schemas.openxmlformats.org/drawingml/2006/main">
            <a:off x="647700" y="3867150"/>
            <a:ext cx="828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Tienda 44, Quito, Pichincha</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22 de mayo al 13 de agosto de 2017</a:t>
            </a:r>
          </a:p>
        </p:txBody>
      </p:sp>
      <p:sp>
        <p:nvSpPr>
          <p:cNvPr id="7" name="">
            <a:extLst xmlns:a="http://schemas.openxmlformats.org/drawingml/2006/main">
              <a:ext uri="{FF2B5EF4-FFF2-40B4-BE49-F238E27FC236}">
                <a16:creationId xmlns:a16="http://schemas.microsoft.com/office/drawing/2014/main" id="{F0804A66-FA76-417E-A89C-935CF1FDC7D5}"/>
              </a:ext>
            </a:extLst>
          </p:cNvPr>
          <p:cNvSpPr>
            <a:spLocks xmlns:a="http://schemas.openxmlformats.org/drawingml/2006/main" noGrp="1"/>
          </p:cNvSpPr>
          <p:nvPr/>
        </p:nvSpPr>
        <p:spPr>
          <a:xfrm xmlns:a="http://schemas.openxmlformats.org/drawingml/2006/main">
            <a:off x="9191625" y="1724025"/>
            <a:ext cx="233362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9300" b="1">
                <a:solidFill>
                  <a:srgbClr val="FFFFFF"/>
                </a:solidFill>
                <a:latin typeface="Arial"/>
                <a:ea typeface="Arial"/>
                <a:cs typeface="Arial"/>
              </a:defRPr>
            </a:defPPr>
            <a:lvl1pPr>
              <a:defRPr sz="9300" b="1">
                <a:solidFill>
                  <a:srgbClr val="FFFFFF"/>
                </a:solidFill>
                <a:latin typeface="Arial"/>
                <a:ea typeface="Arial"/>
                <a:cs typeface="Arial"/>
              </a:defRPr>
            </a:lvl1pPr>
            <a:lvl2pPr>
              <a:defRPr sz="9300" b="1">
                <a:solidFill>
                  <a:srgbClr val="FFFFFF"/>
                </a:solidFill>
                <a:latin typeface="Arial"/>
                <a:ea typeface="Arial"/>
                <a:cs typeface="Arial"/>
              </a:defRPr>
            </a:lvl2pPr>
            <a:lvl3pPr>
              <a:defRPr sz="9300" b="1">
                <a:solidFill>
                  <a:srgbClr val="FFFFFF"/>
                </a:solidFill>
                <a:latin typeface="Arial"/>
                <a:ea typeface="Arial"/>
                <a:cs typeface="Arial"/>
              </a:defRPr>
            </a:lvl3pPr>
            <a:lvl4pPr>
              <a:defRPr sz="9300" b="1">
                <a:solidFill>
                  <a:srgbClr val="FFFFFF"/>
                </a:solidFill>
                <a:latin typeface="Arial"/>
                <a:ea typeface="Arial"/>
                <a:cs typeface="Arial"/>
              </a:defRPr>
            </a:lvl4pPr>
            <a:lvl5pPr>
              <a:defRPr sz="9300" b="1">
                <a:solidFill>
                  <a:srgbClr val="FFFFFF"/>
                </a:solidFill>
                <a:latin typeface="Arial"/>
                <a:ea typeface="Arial"/>
                <a:cs typeface="Arial"/>
              </a:defRPr>
            </a:lvl5pPr>
            <a:lvl6pPr>
              <a:defRPr sz="9300" b="1">
                <a:solidFill>
                  <a:srgbClr val="FFFFFF"/>
                </a:solidFill>
                <a:latin typeface="Arial"/>
                <a:ea typeface="Arial"/>
                <a:cs typeface="Arial"/>
              </a:defRPr>
            </a:lvl6pPr>
            <a:lvl7pPr>
              <a:defRPr sz="9300" b="1">
                <a:solidFill>
                  <a:srgbClr val="FFFFFF"/>
                </a:solidFill>
                <a:latin typeface="Arial"/>
                <a:ea typeface="Arial"/>
                <a:cs typeface="Arial"/>
              </a:defRPr>
            </a:lvl7pPr>
            <a:lvl8pPr>
              <a:defRPr sz="9300" b="1">
                <a:solidFill>
                  <a:srgbClr val="FFFFFF"/>
                </a:solidFill>
                <a:latin typeface="Arial"/>
                <a:ea typeface="Arial"/>
                <a:cs typeface="Arial"/>
              </a:defRPr>
            </a:lvl8pPr>
            <a:lvl9pPr>
              <a:defRPr sz="9300" b="1">
                <a:solidFill>
                  <a:srgbClr val="FFFFFF"/>
                </a:solidFill>
                <a:latin typeface="Arial"/>
                <a:ea typeface="Arial"/>
                <a:cs typeface="Arial"/>
              </a:defRPr>
            </a:lvl9pPr>
          </a:lstStyle>
          <a:p xmlns:a="http://schemas.openxmlformats.org/drawingml/2006/main">
            <a:pPr>
              <a:defRPr sz="9300" b="1">
                <a:solidFill>
                  <a:srgbClr val="FFFFFF"/>
                </a:solidFill>
                <a:latin typeface="Arial"/>
                <a:ea typeface="Arial"/>
                <a:cs typeface="Arial"/>
              </a:defRPr>
            </a:pPr>
            <a:r>
              <a:rPr sz="9300" b="1">
                <a:solidFill>
                  <a:srgbClr val="FFFFFF"/>
                </a:solidFill>
                <a:latin typeface="Arial"/>
                <a:ea typeface="Arial"/>
                <a:cs typeface="Arial"/>
              </a:rPr>
              <a:t>12</a:t>
            </a:r>
          </a:p>
        </p:txBody>
      </p:sp>
      <p:sp>
        <p:nvSpPr>
          <p:cNvPr id="8" name="">
            <a:extLst xmlns:a="http://schemas.openxmlformats.org/drawingml/2006/main">
              <a:ext uri="{FF2B5EF4-FFF2-40B4-BE49-F238E27FC236}">
                <a16:creationId xmlns:a16="http://schemas.microsoft.com/office/drawing/2014/main" id="{43E2D2A2-377E-45E1-BDBE-190CA3643E1F}"/>
              </a:ext>
            </a:extLst>
          </p:cNvPr>
          <p:cNvSpPr>
            <a:spLocks xmlns:a="http://schemas.openxmlformats.org/drawingml/2006/main" noGrp="1"/>
          </p:cNvSpPr>
          <p:nvPr/>
        </p:nvSpPr>
        <p:spPr>
          <a:xfrm xmlns:a="http://schemas.openxmlformats.org/drawingml/2006/main">
            <a:off x="9286875" y="3190875"/>
            <a:ext cx="228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0">
                <a:solidFill>
                  <a:srgbClr val="FFFFFF"/>
                </a:solidFill>
                <a:latin typeface="Arial"/>
                <a:ea typeface="Arial"/>
                <a:cs typeface="Arial"/>
              </a:defRPr>
            </a:defPPr>
            <a:lvl1pPr>
              <a:defRPr sz="2400" b="0">
                <a:solidFill>
                  <a:srgbClr val="FFFFFF"/>
                </a:solidFill>
                <a:latin typeface="Arial"/>
                <a:ea typeface="Arial"/>
                <a:cs typeface="Arial"/>
              </a:defRPr>
            </a:lvl1pPr>
            <a:lvl2pPr>
              <a:defRPr sz="2400" b="0">
                <a:solidFill>
                  <a:srgbClr val="FFFFFF"/>
                </a:solidFill>
                <a:latin typeface="Arial"/>
                <a:ea typeface="Arial"/>
                <a:cs typeface="Arial"/>
              </a:defRPr>
            </a:lvl2pPr>
            <a:lvl3pPr>
              <a:defRPr sz="2400" b="0">
                <a:solidFill>
                  <a:srgbClr val="FFFFFF"/>
                </a:solidFill>
                <a:latin typeface="Arial"/>
                <a:ea typeface="Arial"/>
                <a:cs typeface="Arial"/>
              </a:defRPr>
            </a:lvl3pPr>
            <a:lvl4pPr>
              <a:defRPr sz="2400" b="0">
                <a:solidFill>
                  <a:srgbClr val="FFFFFF"/>
                </a:solidFill>
                <a:latin typeface="Arial"/>
                <a:ea typeface="Arial"/>
                <a:cs typeface="Arial"/>
              </a:defRPr>
            </a:lvl4pPr>
            <a:lvl5pPr>
              <a:defRPr sz="2400" b="0">
                <a:solidFill>
                  <a:srgbClr val="FFFFFF"/>
                </a:solidFill>
                <a:latin typeface="Arial"/>
                <a:ea typeface="Arial"/>
                <a:cs typeface="Arial"/>
              </a:defRPr>
            </a:lvl5pPr>
            <a:lvl6pPr>
              <a:defRPr sz="2400" b="0">
                <a:solidFill>
                  <a:srgbClr val="FFFFFF"/>
                </a:solidFill>
                <a:latin typeface="Arial"/>
                <a:ea typeface="Arial"/>
                <a:cs typeface="Arial"/>
              </a:defRPr>
            </a:lvl6pPr>
            <a:lvl7pPr>
              <a:defRPr sz="2400" b="0">
                <a:solidFill>
                  <a:srgbClr val="FFFFFF"/>
                </a:solidFill>
                <a:latin typeface="Arial"/>
                <a:ea typeface="Arial"/>
                <a:cs typeface="Arial"/>
              </a:defRPr>
            </a:lvl7pPr>
            <a:lvl8pPr>
              <a:defRPr sz="2400" b="0">
                <a:solidFill>
                  <a:srgbClr val="FFFFFF"/>
                </a:solidFill>
                <a:latin typeface="Arial"/>
                <a:ea typeface="Arial"/>
                <a:cs typeface="Arial"/>
              </a:defRPr>
            </a:lvl8pPr>
            <a:lvl9pPr>
              <a:defRPr sz="2400" b="0">
                <a:solidFill>
                  <a:srgbClr val="FFFFFF"/>
                </a:solidFill>
                <a:latin typeface="Arial"/>
                <a:ea typeface="Arial"/>
                <a:cs typeface="Arial"/>
              </a:defRPr>
            </a:lvl9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semanas</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completas</a:t>
            </a:r>
          </a:p>
        </p:txBody>
      </p:sp>
      <p:sp>
        <p:nvSpPr>
          <p:cNvPr id="9" name="">
            <a:extLst xmlns:a="http://schemas.openxmlformats.org/drawingml/2006/main">
              <a:ext uri="{FF2B5EF4-FFF2-40B4-BE49-F238E27FC236}">
                <a16:creationId xmlns:a16="http://schemas.microsoft.com/office/drawing/2014/main" id="{4E22FC59-5C18-4CCF-A45D-7E74994E745A}"/>
              </a:ext>
            </a:extLst>
          </p:cNvPr>
          <p:cNvSpPr>
            <a:spLocks xmlns:a="http://schemas.openxmlformats.org/drawingml/2006/main" noGrp="1"/>
          </p:cNvSpPr>
          <p:nvPr/>
        </p:nvSpPr>
        <p:spPr>
          <a:xfrm xmlns:a="http://schemas.openxmlformats.org/drawingml/2006/main">
            <a:off x="647700" y="5429250"/>
            <a:ext cx="552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1">
                <a:solidFill>
                  <a:srgbClr val="FFFFFF"/>
                </a:solidFill>
                <a:latin typeface="Arial"/>
                <a:ea typeface="Arial"/>
                <a:cs typeface="Arial"/>
              </a:defRPr>
            </a:defPPr>
            <a:lvl1pPr>
              <a:defRPr sz="2400" b="1">
                <a:solidFill>
                  <a:srgbClr val="FFFFFF"/>
                </a:solidFill>
                <a:latin typeface="Arial"/>
                <a:ea typeface="Arial"/>
                <a:cs typeface="Arial"/>
              </a:defRPr>
            </a:lvl1pPr>
            <a:lvl2pPr>
              <a:defRPr sz="2400" b="1">
                <a:solidFill>
                  <a:srgbClr val="FFFFFF"/>
                </a:solidFill>
                <a:latin typeface="Arial"/>
                <a:ea typeface="Arial"/>
                <a:cs typeface="Arial"/>
              </a:defRPr>
            </a:lvl2pPr>
            <a:lvl3pPr>
              <a:defRPr sz="2400" b="1">
                <a:solidFill>
                  <a:srgbClr val="FFFFFF"/>
                </a:solidFill>
                <a:latin typeface="Arial"/>
                <a:ea typeface="Arial"/>
                <a:cs typeface="Arial"/>
              </a:defRPr>
            </a:lvl3pPr>
            <a:lvl4pPr>
              <a:defRPr sz="2400" b="1">
                <a:solidFill>
                  <a:srgbClr val="FFFFFF"/>
                </a:solidFill>
                <a:latin typeface="Arial"/>
                <a:ea typeface="Arial"/>
                <a:cs typeface="Arial"/>
              </a:defRPr>
            </a:lvl4pPr>
            <a:lvl5pPr>
              <a:defRPr sz="2400" b="1">
                <a:solidFill>
                  <a:srgbClr val="FFFFFF"/>
                </a:solidFill>
                <a:latin typeface="Arial"/>
                <a:ea typeface="Arial"/>
                <a:cs typeface="Arial"/>
              </a:defRPr>
            </a:lvl5pPr>
            <a:lvl6pPr>
              <a:defRPr sz="2400" b="1">
                <a:solidFill>
                  <a:srgbClr val="FFFFFF"/>
                </a:solidFill>
                <a:latin typeface="Arial"/>
                <a:ea typeface="Arial"/>
                <a:cs typeface="Arial"/>
              </a:defRPr>
            </a:lvl6pPr>
            <a:lvl7pPr>
              <a:defRPr sz="2400" b="1">
                <a:solidFill>
                  <a:srgbClr val="FFFFFF"/>
                </a:solidFill>
                <a:latin typeface="Arial"/>
                <a:ea typeface="Arial"/>
                <a:cs typeface="Arial"/>
              </a:defRPr>
            </a:lvl7pPr>
            <a:lvl8pPr>
              <a:defRPr sz="2400" b="1">
                <a:solidFill>
                  <a:srgbClr val="FFFFFF"/>
                </a:solidFill>
                <a:latin typeface="Arial"/>
                <a:ea typeface="Arial"/>
                <a:cs typeface="Arial"/>
              </a:defRPr>
            </a:lvl8pPr>
            <a:lvl9pPr>
              <a:defRPr sz="2400" b="1">
                <a:solidFill>
                  <a:srgbClr val="FFFFFF"/>
                </a:solidFill>
                <a:latin typeface="Arial"/>
                <a:ea typeface="Arial"/>
                <a:cs typeface="Arial"/>
              </a:defRPr>
            </a:lvl9pPr>
          </a:lstStyle>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2.772 registros reales</a:t>
            </a:r>
          </a:p>
        </p:txBody>
      </p:sp>
      <p:sp>
        <p:nvSpPr>
          <p:cNvPr id="10" name="">
            <a:extLst xmlns:a="http://schemas.openxmlformats.org/drawingml/2006/main">
              <a:ext uri="{FF2B5EF4-FFF2-40B4-BE49-F238E27FC236}">
                <a16:creationId xmlns:a16="http://schemas.microsoft.com/office/drawing/2014/main" id="{1AEAE7B3-B510-44A1-99FA-4C1CC6EB40F5}"/>
              </a:ext>
            </a:extLst>
          </p:cNvPr>
          <p:cNvSpPr>
            <a:spLocks xmlns:a="http://schemas.openxmlformats.org/drawingml/2006/main" noGrp="1"/>
          </p:cNvSpPr>
          <p:nvPr/>
        </p:nvSpPr>
        <p:spPr>
          <a:xfrm xmlns:a="http://schemas.openxmlformats.org/drawingml/2006/main">
            <a:off x="647700" y="591502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33 familias en los datos. Seis categorías en el análisis.</a:t>
            </a:r>
          </a:p>
        </p:txBody>
      </p:sp>
      <p:sp>
        <p:nvSpPr>
          <p:cNvPr id="11" name="">
            <a:extLst xmlns:a="http://schemas.openxmlformats.org/drawingml/2006/main">
              <a:ext uri="{FF2B5EF4-FFF2-40B4-BE49-F238E27FC236}">
                <a16:creationId xmlns:a16="http://schemas.microsoft.com/office/drawing/2014/main" id="{B32DC145-1F2A-452C-9A08-BBFE28A1663B}"/>
              </a:ext>
            </a:extLst>
          </p:cNvPr>
          <p:cNvSpPr>
            <a:spLocks xmlns:a="http://schemas.openxmlformats.org/drawingml/2006/main" noGrp="1"/>
          </p:cNvSpPr>
          <p:nvPr/>
        </p:nvSpPr>
        <p:spPr>
          <a:xfrm xmlns:a="http://schemas.openxmlformats.org/drawingml/2006/main">
            <a:off x="8105775" y="646747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FFFFFF"/>
                </a:solidFill>
                <a:latin typeface="Arial"/>
                <a:ea typeface="Arial"/>
                <a:cs typeface="Arial"/>
              </a:defRPr>
            </a:defPPr>
            <a:lvl1pPr>
              <a:defRPr sz="1200" b="0">
                <a:solidFill>
                  <a:srgbClr val="FFFFFF"/>
                </a:solidFill>
                <a:latin typeface="Arial"/>
                <a:ea typeface="Arial"/>
                <a:cs typeface="Arial"/>
              </a:defRPr>
            </a:lvl1pPr>
            <a:lvl2pPr>
              <a:defRPr sz="1200" b="0">
                <a:solidFill>
                  <a:srgbClr val="FFFFFF"/>
                </a:solidFill>
                <a:latin typeface="Arial"/>
                <a:ea typeface="Arial"/>
                <a:cs typeface="Arial"/>
              </a:defRPr>
            </a:lvl2pPr>
            <a:lvl3pPr>
              <a:defRPr sz="1200" b="0">
                <a:solidFill>
                  <a:srgbClr val="FFFFFF"/>
                </a:solidFill>
                <a:latin typeface="Arial"/>
                <a:ea typeface="Arial"/>
                <a:cs typeface="Arial"/>
              </a:defRPr>
            </a:lvl3pPr>
            <a:lvl4pPr>
              <a:defRPr sz="1200" b="0">
                <a:solidFill>
                  <a:srgbClr val="FFFFFF"/>
                </a:solidFill>
                <a:latin typeface="Arial"/>
                <a:ea typeface="Arial"/>
                <a:cs typeface="Arial"/>
              </a:defRPr>
            </a:lvl4pPr>
            <a:lvl5pPr>
              <a:defRPr sz="1200" b="0">
                <a:solidFill>
                  <a:srgbClr val="FFFFFF"/>
                </a:solidFill>
                <a:latin typeface="Arial"/>
                <a:ea typeface="Arial"/>
                <a:cs typeface="Arial"/>
              </a:defRPr>
            </a:lvl5pPr>
            <a:lvl6pPr>
              <a:defRPr sz="1200" b="0">
                <a:solidFill>
                  <a:srgbClr val="FFFFFF"/>
                </a:solidFill>
                <a:latin typeface="Arial"/>
                <a:ea typeface="Arial"/>
                <a:cs typeface="Arial"/>
              </a:defRPr>
            </a:lvl6pPr>
            <a:lvl7pPr>
              <a:defRPr sz="1200" b="0">
                <a:solidFill>
                  <a:srgbClr val="FFFFFF"/>
                </a:solidFill>
                <a:latin typeface="Arial"/>
                <a:ea typeface="Arial"/>
                <a:cs typeface="Arial"/>
              </a:defRPr>
            </a:lvl7pPr>
            <a:lvl8pPr>
              <a:defRPr sz="1200" b="0">
                <a:solidFill>
                  <a:srgbClr val="FFFFFF"/>
                </a:solidFill>
                <a:latin typeface="Arial"/>
                <a:ea typeface="Arial"/>
                <a:cs typeface="Arial"/>
              </a:defRPr>
            </a:lvl8pPr>
            <a:lvl9pPr>
              <a:defRPr sz="1200" b="0">
                <a:solidFill>
                  <a:srgbClr val="FFFFFF"/>
                </a:solidFill>
                <a:latin typeface="Arial"/>
                <a:ea typeface="Arial"/>
                <a:cs typeface="Arial"/>
              </a:defRPr>
            </a:lvl9pPr>
          </a:lstStyle>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hlinkClick xmlns:r="http://schemas.openxmlformats.org/officeDocument/2006/relationships" r:id="R4e81a271c8184e53"/>
              </a:rPr>
              <a:t>Fuente: Favorita / Kaggle</a:t>
            </a:r>
          </a:p>
        </p:txBody>
      </p:sp>
    </p:spTree>
    <p:extLst>
      <p:ext uri="{BB962C8B-B14F-4D97-AF65-F5344CB8AC3E}">
        <p14:creationId xmlns:p14="http://schemas.microsoft.com/office/powerpoint/2010/main" val="2991517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4024421-A674-4A79-84DD-C85F0EF9D369}"/>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202D40"/>
                </a:solidFill>
                <a:latin typeface="Arial"/>
                <a:ea typeface="Arial"/>
                <a:cs typeface="Arial"/>
              </a:defRPr>
            </a:defPPr>
            <a:lvl1pPr>
              <a:defRPr sz="3150" b="1">
                <a:solidFill>
                  <a:srgbClr val="202D40"/>
                </a:solidFill>
                <a:latin typeface="Arial"/>
                <a:ea typeface="Arial"/>
                <a:cs typeface="Arial"/>
              </a:defRPr>
            </a:lvl1pPr>
            <a:lvl2pPr>
              <a:defRPr sz="3150" b="1">
                <a:solidFill>
                  <a:srgbClr val="202D40"/>
                </a:solidFill>
                <a:latin typeface="Arial"/>
                <a:ea typeface="Arial"/>
                <a:cs typeface="Arial"/>
              </a:defRPr>
            </a:lvl2pPr>
            <a:lvl3pPr>
              <a:defRPr sz="3150" b="1">
                <a:solidFill>
                  <a:srgbClr val="202D40"/>
                </a:solidFill>
                <a:latin typeface="Arial"/>
                <a:ea typeface="Arial"/>
                <a:cs typeface="Arial"/>
              </a:defRPr>
            </a:lvl3pPr>
            <a:lvl4pPr>
              <a:defRPr sz="3150" b="1">
                <a:solidFill>
                  <a:srgbClr val="202D40"/>
                </a:solidFill>
                <a:latin typeface="Arial"/>
                <a:ea typeface="Arial"/>
                <a:cs typeface="Arial"/>
              </a:defRPr>
            </a:lvl4pPr>
            <a:lvl5pPr>
              <a:defRPr sz="3150" b="1">
                <a:solidFill>
                  <a:srgbClr val="202D40"/>
                </a:solidFill>
                <a:latin typeface="Arial"/>
                <a:ea typeface="Arial"/>
                <a:cs typeface="Arial"/>
              </a:defRPr>
            </a:lvl5pPr>
            <a:lvl6pPr>
              <a:defRPr sz="3150" b="1">
                <a:solidFill>
                  <a:srgbClr val="202D40"/>
                </a:solidFill>
                <a:latin typeface="Arial"/>
                <a:ea typeface="Arial"/>
                <a:cs typeface="Arial"/>
              </a:defRPr>
            </a:lvl6pPr>
            <a:lvl7pPr>
              <a:defRPr sz="3150" b="1">
                <a:solidFill>
                  <a:srgbClr val="202D40"/>
                </a:solidFill>
                <a:latin typeface="Arial"/>
                <a:ea typeface="Arial"/>
                <a:cs typeface="Arial"/>
              </a:defRPr>
            </a:lvl7pPr>
            <a:lvl8pPr>
              <a:defRPr sz="3150" b="1">
                <a:solidFill>
                  <a:srgbClr val="202D40"/>
                </a:solidFill>
                <a:latin typeface="Arial"/>
                <a:ea typeface="Arial"/>
                <a:cs typeface="Arial"/>
              </a:defRPr>
            </a:lvl8pPr>
            <a:lvl9pPr>
              <a:defRPr sz="3150" b="1">
                <a:solidFill>
                  <a:srgbClr val="202D40"/>
                </a:solidFill>
                <a:latin typeface="Arial"/>
                <a:ea typeface="Arial"/>
                <a:cs typeface="Arial"/>
              </a:defRPr>
            </a:lvl9pPr>
          </a:lstStyle>
          <a:p xmlns:a="http://schemas.openxmlformats.org/drawingml/2006/main">
            <a:pPr>
              <a:defRPr sz="3150" b="1">
                <a:solidFill>
                  <a:srgbClr val="202D40"/>
                </a:solidFill>
                <a:latin typeface="Arial"/>
                <a:ea typeface="Arial"/>
                <a:cs typeface="Arial"/>
              </a:defRPr>
            </a:pPr>
            <a:r>
              <a:rPr sz="3150" b="1">
                <a:solidFill>
                  <a:srgbClr val="202D40"/>
                </a:solidFill>
                <a:latin typeface="Arial"/>
                <a:ea typeface="Arial"/>
                <a:cs typeface="Arial"/>
              </a:rPr>
              <a:t>Ventas por categoría</a:t>
            </a:r>
          </a:p>
        </p:txBody>
      </p:sp>
      <p:sp>
        <p:nvSpPr>
          <p:cNvPr id="2" name="">
            <a:extLst xmlns:a="http://schemas.openxmlformats.org/drawingml/2006/main">
              <a:ext uri="{FF2B5EF4-FFF2-40B4-BE49-F238E27FC236}">
                <a16:creationId xmlns:a16="http://schemas.microsoft.com/office/drawing/2014/main" id="{1350537D-E3A5-4F68-87E6-2BB13EAF812A}"/>
              </a:ext>
            </a:extLst>
          </p:cNvPr>
          <p:cNvSpPr>
            <a:spLocks xmlns:a="http://schemas.openxmlformats.org/drawingml/2006/main" noGrp="1"/>
          </p:cNvSpPr>
          <p:nvPr/>
        </p:nvSpPr>
        <p:spPr>
          <a:xfrm xmlns:a="http://schemas.openxmlformats.org/drawingml/2006/main">
            <a:off x="628650" y="1428750"/>
            <a:ext cx="10934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5B6370"/>
                </a:solidFill>
                <a:latin typeface="Arial"/>
                <a:ea typeface="Arial"/>
                <a:cs typeface="Arial"/>
              </a:defRPr>
            </a:defPPr>
            <a:lvl1pPr>
              <a:defRPr sz="1800" b="0">
                <a:solidFill>
                  <a:srgbClr val="5B6370"/>
                </a:solidFill>
                <a:latin typeface="Arial"/>
                <a:ea typeface="Arial"/>
                <a:cs typeface="Arial"/>
              </a:defRPr>
            </a:lvl1pPr>
            <a:lvl2pPr>
              <a:defRPr sz="1800" b="0">
                <a:solidFill>
                  <a:srgbClr val="5B6370"/>
                </a:solidFill>
                <a:latin typeface="Arial"/>
                <a:ea typeface="Arial"/>
                <a:cs typeface="Arial"/>
              </a:defRPr>
            </a:lvl2pPr>
            <a:lvl3pPr>
              <a:defRPr sz="1800" b="0">
                <a:solidFill>
                  <a:srgbClr val="5B6370"/>
                </a:solidFill>
                <a:latin typeface="Arial"/>
                <a:ea typeface="Arial"/>
                <a:cs typeface="Arial"/>
              </a:defRPr>
            </a:lvl3pPr>
            <a:lvl4pPr>
              <a:defRPr sz="1800" b="0">
                <a:solidFill>
                  <a:srgbClr val="5B6370"/>
                </a:solidFill>
                <a:latin typeface="Arial"/>
                <a:ea typeface="Arial"/>
                <a:cs typeface="Arial"/>
              </a:defRPr>
            </a:lvl4pPr>
            <a:lvl5pPr>
              <a:defRPr sz="1800" b="0">
                <a:solidFill>
                  <a:srgbClr val="5B6370"/>
                </a:solidFill>
                <a:latin typeface="Arial"/>
                <a:ea typeface="Arial"/>
                <a:cs typeface="Arial"/>
              </a:defRPr>
            </a:lvl5pPr>
            <a:lvl6pPr>
              <a:defRPr sz="1800" b="0">
                <a:solidFill>
                  <a:srgbClr val="5B6370"/>
                </a:solidFill>
                <a:latin typeface="Arial"/>
                <a:ea typeface="Arial"/>
                <a:cs typeface="Arial"/>
              </a:defRPr>
            </a:lvl6pPr>
            <a:lvl7pPr>
              <a:defRPr sz="1800" b="0">
                <a:solidFill>
                  <a:srgbClr val="5B6370"/>
                </a:solidFill>
                <a:latin typeface="Arial"/>
                <a:ea typeface="Arial"/>
                <a:cs typeface="Arial"/>
              </a:defRPr>
            </a:lvl7pPr>
            <a:lvl8pPr>
              <a:defRPr sz="1800" b="0">
                <a:solidFill>
                  <a:srgbClr val="5B6370"/>
                </a:solidFill>
                <a:latin typeface="Arial"/>
                <a:ea typeface="Arial"/>
                <a:cs typeface="Arial"/>
              </a:defRPr>
            </a:lvl8pPr>
            <a:lvl9pPr>
              <a:defRPr sz="1800" b="0">
                <a:solidFill>
                  <a:srgbClr val="5B6370"/>
                </a:solidFill>
                <a:latin typeface="Arial"/>
                <a:ea typeface="Arial"/>
                <a:cs typeface="Arial"/>
              </a:defRPr>
            </a:lvl9pPr>
          </a:lstStyle>
          <a:p xmlns:a="http://schemas.openxmlformats.org/drawingml/2006/main">
            <a:pPr>
              <a:defRPr sz="1800" b="0">
                <a:solidFill>
                  <a:srgbClr val="5B6370"/>
                </a:solidFill>
                <a:latin typeface="Arial"/>
                <a:ea typeface="Arial"/>
                <a:cs typeface="Arial"/>
              </a:defRPr>
            </a:pPr>
            <a:r>
              <a:rPr sz="1800" b="0">
                <a:solidFill>
                  <a:srgbClr val="5B6370"/>
                </a:solidFill>
                <a:latin typeface="Arial"/>
                <a:ea typeface="Arial"/>
                <a:cs typeface="Arial"/>
              </a:rPr>
              <a:t>Cantidades acumuladas durante las 12 semanas</a:t>
            </a:r>
          </a:p>
        </p:txBody>
      </p:sp>
      <p:sp>
        <p:nvSpPr>
          <p:cNvPr id="3" name="">
            <a:extLst xmlns:a="http://schemas.openxmlformats.org/drawingml/2006/main">
              <a:ext uri="{FF2B5EF4-FFF2-40B4-BE49-F238E27FC236}">
                <a16:creationId xmlns:a16="http://schemas.microsoft.com/office/drawing/2014/main" id="{2F01A09C-E65E-46B1-B0FF-6F7607683CCC}"/>
              </a:ext>
            </a:extLst>
          </p:cNvPr>
          <p:cNvSpPr>
            <a:spLocks xmlns:a="http://schemas.openxmlformats.org/drawingml/2006/main" noGrp="1"/>
          </p:cNvSpPr>
          <p:nvPr/>
        </p:nvSpPr>
        <p:spPr>
          <a:xfrm xmlns:a="http://schemas.openxmlformats.org/drawingml/2006/main">
            <a:off x="609600" y="6467475"/>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B6370"/>
                </a:solidFill>
                <a:latin typeface="Arial"/>
                <a:ea typeface="Arial"/>
                <a:cs typeface="Arial"/>
              </a:defRPr>
            </a:defPPr>
            <a:lvl1pPr>
              <a:defRPr sz="1200" b="0">
                <a:solidFill>
                  <a:srgbClr val="5B6370"/>
                </a:solidFill>
                <a:latin typeface="Arial"/>
                <a:ea typeface="Arial"/>
                <a:cs typeface="Arial"/>
              </a:defRPr>
            </a:lvl1pPr>
            <a:lvl2pPr>
              <a:defRPr sz="1200" b="0">
                <a:solidFill>
                  <a:srgbClr val="5B6370"/>
                </a:solidFill>
                <a:latin typeface="Arial"/>
                <a:ea typeface="Arial"/>
                <a:cs typeface="Arial"/>
              </a:defRPr>
            </a:lvl2pPr>
            <a:lvl3pPr>
              <a:defRPr sz="1200" b="0">
                <a:solidFill>
                  <a:srgbClr val="5B6370"/>
                </a:solidFill>
                <a:latin typeface="Arial"/>
                <a:ea typeface="Arial"/>
                <a:cs typeface="Arial"/>
              </a:defRPr>
            </a:lvl3pPr>
            <a:lvl4pPr>
              <a:defRPr sz="1200" b="0">
                <a:solidFill>
                  <a:srgbClr val="5B6370"/>
                </a:solidFill>
                <a:latin typeface="Arial"/>
                <a:ea typeface="Arial"/>
                <a:cs typeface="Arial"/>
              </a:defRPr>
            </a:lvl4pPr>
            <a:lvl5pPr>
              <a:defRPr sz="1200" b="0">
                <a:solidFill>
                  <a:srgbClr val="5B6370"/>
                </a:solidFill>
                <a:latin typeface="Arial"/>
                <a:ea typeface="Arial"/>
                <a:cs typeface="Arial"/>
              </a:defRPr>
            </a:lvl5pPr>
            <a:lvl6pPr>
              <a:defRPr sz="1200" b="0">
                <a:solidFill>
                  <a:srgbClr val="5B6370"/>
                </a:solidFill>
                <a:latin typeface="Arial"/>
                <a:ea typeface="Arial"/>
                <a:cs typeface="Arial"/>
              </a:defRPr>
            </a:lvl6pPr>
            <a:lvl7pPr>
              <a:defRPr sz="1200" b="0">
                <a:solidFill>
                  <a:srgbClr val="5B6370"/>
                </a:solidFill>
                <a:latin typeface="Arial"/>
                <a:ea typeface="Arial"/>
                <a:cs typeface="Arial"/>
              </a:defRPr>
            </a:lvl7pPr>
            <a:lvl8pPr>
              <a:defRPr sz="1200" b="0">
                <a:solidFill>
                  <a:srgbClr val="5B6370"/>
                </a:solidFill>
                <a:latin typeface="Arial"/>
                <a:ea typeface="Arial"/>
                <a:cs typeface="Arial"/>
              </a:defRPr>
            </a:lvl8pPr>
            <a:lvl9pPr>
              <a:defRPr sz="1200" b="0">
                <a:solidFill>
                  <a:srgbClr val="5B6370"/>
                </a:solidFill>
                <a:latin typeface="Arial"/>
                <a:ea typeface="Arial"/>
                <a:cs typeface="Arial"/>
              </a:defRPr>
            </a:lvl9pPr>
          </a:lstStyle>
          <a:p xmlns:a="http://schemas.openxmlformats.org/drawingml/2006/main">
            <a:pPr>
              <a:defRPr sz="1200" b="0">
                <a:solidFill>
                  <a:srgbClr val="5B6370"/>
                </a:solidFill>
                <a:latin typeface="Arial"/>
                <a:ea typeface="Arial"/>
                <a:cs typeface="Arial"/>
              </a:defRPr>
            </a:pPr>
            <a:r>
              <a:rPr sz="1200" b="0">
                <a:solidFill>
                  <a:srgbClr val="5B6370"/>
                </a:solidFill>
                <a:latin typeface="Arial"/>
                <a:ea typeface="Arial"/>
                <a:cs typeface="Arial"/>
              </a:rPr>
              <a:t>Favorita · tienda 44 · Quito</a:t>
            </a:r>
          </a:p>
        </p:txBody>
      </p:sp>
      <p:sp>
        <p:nvSpPr>
          <p:cNvPr id="4" name="">
            <a:extLst xmlns:a="http://schemas.openxmlformats.org/drawingml/2006/main">
              <a:ext uri="{FF2B5EF4-FFF2-40B4-BE49-F238E27FC236}">
                <a16:creationId xmlns:a16="http://schemas.microsoft.com/office/drawing/2014/main" id="{DE61B85E-C95B-4DCB-B62C-EFE7AC090D07}"/>
              </a:ext>
            </a:extLst>
          </p:cNvPr>
          <p:cNvSpPr>
            <a:spLocks xmlns:a="http://schemas.openxmlformats.org/drawingml/2006/main" noGrp="1"/>
          </p:cNvSpPr>
          <p:nvPr/>
        </p:nvSpPr>
        <p:spPr>
          <a:xfrm xmlns:a="http://schemas.openxmlformats.org/drawingml/2006/main">
            <a:off x="10744200" y="6467475"/>
            <a:ext cx="83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B6370"/>
                </a:solidFill>
                <a:latin typeface="Arial"/>
                <a:ea typeface="Arial"/>
                <a:cs typeface="Arial"/>
              </a:defRPr>
            </a:defPPr>
            <a:lvl1pPr>
              <a:defRPr sz="1200" b="0">
                <a:solidFill>
                  <a:srgbClr val="5B6370"/>
                </a:solidFill>
                <a:latin typeface="Arial"/>
                <a:ea typeface="Arial"/>
                <a:cs typeface="Arial"/>
              </a:defRPr>
            </a:lvl1pPr>
            <a:lvl2pPr>
              <a:defRPr sz="1200" b="0">
                <a:solidFill>
                  <a:srgbClr val="5B6370"/>
                </a:solidFill>
                <a:latin typeface="Arial"/>
                <a:ea typeface="Arial"/>
                <a:cs typeface="Arial"/>
              </a:defRPr>
            </a:lvl2pPr>
            <a:lvl3pPr>
              <a:defRPr sz="1200" b="0">
                <a:solidFill>
                  <a:srgbClr val="5B6370"/>
                </a:solidFill>
                <a:latin typeface="Arial"/>
                <a:ea typeface="Arial"/>
                <a:cs typeface="Arial"/>
              </a:defRPr>
            </a:lvl3pPr>
            <a:lvl4pPr>
              <a:defRPr sz="1200" b="0">
                <a:solidFill>
                  <a:srgbClr val="5B6370"/>
                </a:solidFill>
                <a:latin typeface="Arial"/>
                <a:ea typeface="Arial"/>
                <a:cs typeface="Arial"/>
              </a:defRPr>
            </a:lvl4pPr>
            <a:lvl5pPr>
              <a:defRPr sz="1200" b="0">
                <a:solidFill>
                  <a:srgbClr val="5B6370"/>
                </a:solidFill>
                <a:latin typeface="Arial"/>
                <a:ea typeface="Arial"/>
                <a:cs typeface="Arial"/>
              </a:defRPr>
            </a:lvl5pPr>
            <a:lvl6pPr>
              <a:defRPr sz="1200" b="0">
                <a:solidFill>
                  <a:srgbClr val="5B6370"/>
                </a:solidFill>
                <a:latin typeface="Arial"/>
                <a:ea typeface="Arial"/>
                <a:cs typeface="Arial"/>
              </a:defRPr>
            </a:lvl6pPr>
            <a:lvl7pPr>
              <a:defRPr sz="1200" b="0">
                <a:solidFill>
                  <a:srgbClr val="5B6370"/>
                </a:solidFill>
                <a:latin typeface="Arial"/>
                <a:ea typeface="Arial"/>
                <a:cs typeface="Arial"/>
              </a:defRPr>
            </a:lvl7pPr>
            <a:lvl8pPr>
              <a:defRPr sz="1200" b="0">
                <a:solidFill>
                  <a:srgbClr val="5B6370"/>
                </a:solidFill>
                <a:latin typeface="Arial"/>
                <a:ea typeface="Arial"/>
                <a:cs typeface="Arial"/>
              </a:defRPr>
            </a:lvl8pPr>
            <a:lvl9pPr>
              <a:defRPr sz="1200" b="0">
                <a:solidFill>
                  <a:srgbClr val="5B6370"/>
                </a:solidFill>
                <a:latin typeface="Arial"/>
                <a:ea typeface="Arial"/>
                <a:cs typeface="Arial"/>
              </a:defRPr>
            </a:lvl9pPr>
          </a:lstStyle>
          <a:p xmlns:a="http://schemas.openxmlformats.org/drawingml/2006/main">
            <a:pPr>
              <a:defRPr sz="1200" b="0">
                <a:solidFill>
                  <a:srgbClr val="5B6370"/>
                </a:solidFill>
                <a:latin typeface="Arial"/>
                <a:ea typeface="Arial"/>
                <a:cs typeface="Arial"/>
              </a:defRPr>
            </a:pPr>
            <a:r>
              <a:rPr sz="1200" b="0">
                <a:solidFill>
                  <a:srgbClr val="5B6370"/>
                </a:solidFill>
                <a:latin typeface="Arial"/>
                <a:ea typeface="Arial"/>
                <a:cs typeface="Arial"/>
              </a:rPr>
              <a:t>02 / 07</a:t>
            </a:r>
          </a:p>
        </p:txBody>
      </p:sp>
      <p:graphicFrame>
        <p:nvGraphicFramePr>
          <p:cNvPr id="5" name="Chart">
            <a:extLst xmlns:a="http://schemas.openxmlformats.org/drawingml/2006/main">
              <a:ext uri="{FF2B5EF4-FFF2-40B4-BE49-F238E27FC236}">
                <a16:creationId xmlns:a16="http://schemas.microsoft.com/office/drawing/2014/main" id="{8355A2D0-6D23-4909-9596-08C6CB7E9EAD}"/>
              </a:ext>
            </a:extLst>
          </p:cNvPr>
          <p:cNvGraphicFramePr/>
          <p:nvPr/>
        </p:nvGraphicFramePr>
        <p:xfrm>
          <a:off xmlns:a="http://schemas.openxmlformats.org/drawingml/2006/main" x="533400" y="2143125"/>
          <a:ext xmlns:a="http://schemas.openxmlformats.org/drawingml/2006/main" cx="10858500" cy="3381375"/>
        </p:xfrm>
        <a:graphic xmlns:a="http://schemas.openxmlformats.org/drawingml/2006/main">
          <a:graphicData uri="http://schemas.openxmlformats.org/drawingml/2006/chart">
            <c:chart xmlns:r="http://schemas.openxmlformats.org/officeDocument/2006/relationships" xmlns:c="http://schemas.openxmlformats.org/drawingml/2006/chart" r:id="R3650fc4e0ef74f54"/>
          </a:graphicData>
        </a:graphic>
      </p:graphicFrame>
      <p:sp>
        <p:nvSpPr>
          <p:cNvPr id="6" name="">
            <a:extLst xmlns:a="http://schemas.openxmlformats.org/drawingml/2006/main">
              <a:ext uri="{FF2B5EF4-FFF2-40B4-BE49-F238E27FC236}">
                <a16:creationId xmlns:a16="http://schemas.microsoft.com/office/drawing/2014/main" id="{E444F58A-FD0D-4643-AA3D-2062AE3DD800}"/>
              </a:ext>
            </a:extLst>
          </p:cNvPr>
          <p:cNvSpPr>
            <a:spLocks xmlns:a="http://schemas.openxmlformats.org/drawingml/2006/main" noGrp="1"/>
          </p:cNvSpPr>
          <p:nvPr/>
        </p:nvSpPr>
        <p:spPr>
          <a:xfrm xmlns:a="http://schemas.openxmlformats.org/drawingml/2006/main">
            <a:off x="628650" y="576262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a:solidFill>
                  <a:srgbClr val="B91C35"/>
                </a:solidFill>
                <a:latin typeface="Arial"/>
                <a:ea typeface="Arial"/>
                <a:cs typeface="Arial"/>
              </a:defRPr>
            </a:defPPr>
            <a:lvl1pPr>
              <a:defRPr sz="2100" b="1">
                <a:solidFill>
                  <a:srgbClr val="B91C35"/>
                </a:solidFill>
                <a:latin typeface="Arial"/>
                <a:ea typeface="Arial"/>
                <a:cs typeface="Arial"/>
              </a:defRPr>
            </a:lvl1pPr>
            <a:lvl2pPr>
              <a:defRPr sz="2100" b="1">
                <a:solidFill>
                  <a:srgbClr val="B91C35"/>
                </a:solidFill>
                <a:latin typeface="Arial"/>
                <a:ea typeface="Arial"/>
                <a:cs typeface="Arial"/>
              </a:defRPr>
            </a:lvl2pPr>
            <a:lvl3pPr>
              <a:defRPr sz="2100" b="1">
                <a:solidFill>
                  <a:srgbClr val="B91C35"/>
                </a:solidFill>
                <a:latin typeface="Arial"/>
                <a:ea typeface="Arial"/>
                <a:cs typeface="Arial"/>
              </a:defRPr>
            </a:lvl3pPr>
            <a:lvl4pPr>
              <a:defRPr sz="2100" b="1">
                <a:solidFill>
                  <a:srgbClr val="B91C35"/>
                </a:solidFill>
                <a:latin typeface="Arial"/>
                <a:ea typeface="Arial"/>
                <a:cs typeface="Arial"/>
              </a:defRPr>
            </a:lvl4pPr>
            <a:lvl5pPr>
              <a:defRPr sz="2100" b="1">
                <a:solidFill>
                  <a:srgbClr val="B91C35"/>
                </a:solidFill>
                <a:latin typeface="Arial"/>
                <a:ea typeface="Arial"/>
                <a:cs typeface="Arial"/>
              </a:defRPr>
            </a:lvl5pPr>
            <a:lvl6pPr>
              <a:defRPr sz="2100" b="1">
                <a:solidFill>
                  <a:srgbClr val="B91C35"/>
                </a:solidFill>
                <a:latin typeface="Arial"/>
                <a:ea typeface="Arial"/>
                <a:cs typeface="Arial"/>
              </a:defRPr>
            </a:lvl6pPr>
            <a:lvl7pPr>
              <a:defRPr sz="2100" b="1">
                <a:solidFill>
                  <a:srgbClr val="B91C35"/>
                </a:solidFill>
                <a:latin typeface="Arial"/>
                <a:ea typeface="Arial"/>
                <a:cs typeface="Arial"/>
              </a:defRPr>
            </a:lvl7pPr>
            <a:lvl8pPr>
              <a:defRPr sz="2100" b="1">
                <a:solidFill>
                  <a:srgbClr val="B91C35"/>
                </a:solidFill>
                <a:latin typeface="Arial"/>
                <a:ea typeface="Arial"/>
                <a:cs typeface="Arial"/>
              </a:defRPr>
            </a:lvl8pPr>
            <a:lvl9pPr>
              <a:defRPr sz="2100" b="1">
                <a:solidFill>
                  <a:srgbClr val="B91C35"/>
                </a:solidFill>
                <a:latin typeface="Arial"/>
                <a:ea typeface="Arial"/>
                <a:cs typeface="Arial"/>
              </a:defRPr>
            </a:lvl9pPr>
          </a:lstStyle>
          <a:p xmlns:a="http://schemas.openxmlformats.org/drawingml/2006/main">
            <a:pPr>
              <a:defRPr sz="2100" b="1">
                <a:solidFill>
                  <a:srgbClr val="B91C35"/>
                </a:solidFill>
                <a:latin typeface="Arial"/>
                <a:ea typeface="Arial"/>
                <a:cs typeface="Arial"/>
              </a:defRPr>
            </a:pPr>
            <a:r>
              <a:rPr sz="2100" b="1">
                <a:solidFill>
                  <a:srgbClr val="B91C35"/>
                </a:solidFill>
                <a:latin typeface="Arial"/>
                <a:ea typeface="Arial"/>
                <a:cs typeface="Arial"/>
              </a:rPr>
              <a:t>Bebidas y frutas/verduras registran las mayores cantidades.</a:t>
            </a:r>
          </a:p>
        </p:txBody>
      </p:sp>
      <p:sp>
        <p:nvSpPr>
          <p:cNvPr id="7" name="">
            <a:extLst xmlns:a="http://schemas.openxmlformats.org/drawingml/2006/main">
              <a:ext uri="{FF2B5EF4-FFF2-40B4-BE49-F238E27FC236}">
                <a16:creationId xmlns:a16="http://schemas.microsoft.com/office/drawing/2014/main" id="{07A4824D-6555-4EA9-9EF2-C4C0DDE1481D}"/>
              </a:ext>
            </a:extLst>
          </p:cNvPr>
          <p:cNvSpPr>
            <a:spLocks xmlns:a="http://schemas.openxmlformats.org/drawingml/2006/main" noGrp="1"/>
          </p:cNvSpPr>
          <p:nvPr/>
        </p:nvSpPr>
        <p:spPr>
          <a:xfrm xmlns:a="http://schemas.openxmlformats.org/drawingml/2006/main">
            <a:off x="628650" y="61722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5B6370"/>
                </a:solidFill>
                <a:latin typeface="Arial"/>
                <a:ea typeface="Arial"/>
                <a:cs typeface="Arial"/>
              </a:defRPr>
            </a:defPPr>
            <a:lvl1pPr>
              <a:defRPr sz="1500" b="0">
                <a:solidFill>
                  <a:srgbClr val="5B6370"/>
                </a:solidFill>
                <a:latin typeface="Arial"/>
                <a:ea typeface="Arial"/>
                <a:cs typeface="Arial"/>
              </a:defRPr>
            </a:lvl1pPr>
            <a:lvl2pPr>
              <a:defRPr sz="1500" b="0">
                <a:solidFill>
                  <a:srgbClr val="5B6370"/>
                </a:solidFill>
                <a:latin typeface="Arial"/>
                <a:ea typeface="Arial"/>
                <a:cs typeface="Arial"/>
              </a:defRPr>
            </a:lvl2pPr>
            <a:lvl3pPr>
              <a:defRPr sz="1500" b="0">
                <a:solidFill>
                  <a:srgbClr val="5B6370"/>
                </a:solidFill>
                <a:latin typeface="Arial"/>
                <a:ea typeface="Arial"/>
                <a:cs typeface="Arial"/>
              </a:defRPr>
            </a:lvl3pPr>
            <a:lvl4pPr>
              <a:defRPr sz="1500" b="0">
                <a:solidFill>
                  <a:srgbClr val="5B6370"/>
                </a:solidFill>
                <a:latin typeface="Arial"/>
                <a:ea typeface="Arial"/>
                <a:cs typeface="Arial"/>
              </a:defRPr>
            </a:lvl4pPr>
            <a:lvl5pPr>
              <a:defRPr sz="1500" b="0">
                <a:solidFill>
                  <a:srgbClr val="5B6370"/>
                </a:solidFill>
                <a:latin typeface="Arial"/>
                <a:ea typeface="Arial"/>
                <a:cs typeface="Arial"/>
              </a:defRPr>
            </a:lvl5pPr>
            <a:lvl6pPr>
              <a:defRPr sz="1500" b="0">
                <a:solidFill>
                  <a:srgbClr val="5B6370"/>
                </a:solidFill>
                <a:latin typeface="Arial"/>
                <a:ea typeface="Arial"/>
                <a:cs typeface="Arial"/>
              </a:defRPr>
            </a:lvl6pPr>
            <a:lvl7pPr>
              <a:defRPr sz="1500" b="0">
                <a:solidFill>
                  <a:srgbClr val="5B6370"/>
                </a:solidFill>
                <a:latin typeface="Arial"/>
                <a:ea typeface="Arial"/>
                <a:cs typeface="Arial"/>
              </a:defRPr>
            </a:lvl7pPr>
            <a:lvl8pPr>
              <a:defRPr sz="1500" b="0">
                <a:solidFill>
                  <a:srgbClr val="5B6370"/>
                </a:solidFill>
                <a:latin typeface="Arial"/>
                <a:ea typeface="Arial"/>
                <a:cs typeface="Arial"/>
              </a:defRPr>
            </a:lvl8pPr>
            <a:lvl9pPr>
              <a:defRPr sz="1500" b="0">
                <a:solidFill>
                  <a:srgbClr val="5B6370"/>
                </a:solidFill>
                <a:latin typeface="Arial"/>
                <a:ea typeface="Arial"/>
                <a:cs typeface="Arial"/>
              </a:defRPr>
            </a:lvl9pPr>
          </a:lstStyle>
          <a:p xmlns:a="http://schemas.openxmlformats.org/drawingml/2006/main">
            <a:pPr>
              <a:defRPr sz="1500" b="0">
                <a:solidFill>
                  <a:srgbClr val="5B6370"/>
                </a:solidFill>
                <a:latin typeface="Arial"/>
                <a:ea typeface="Arial"/>
                <a:cs typeface="Arial"/>
              </a:defRPr>
            </a:pPr>
            <a:r>
              <a:rPr sz="1500" b="0">
                <a:solidFill>
                  <a:srgbClr val="5B6370"/>
                </a:solidFill>
                <a:latin typeface="Arial"/>
                <a:ea typeface="Arial"/>
                <a:cs typeface="Arial"/>
              </a:rPr>
              <a:t>Las familias mezclan unidades y productos por peso. Estas cifras no comparan ingresos.</a:t>
            </a:r>
          </a:p>
        </p:txBody>
      </p:sp>
      <p:sp>
        <p:nvSpPr>
          <p:cNvPr id="8" name="">
            <a:extLst xmlns:a="http://schemas.openxmlformats.org/drawingml/2006/main">
              <a:ext uri="{FF2B5EF4-FFF2-40B4-BE49-F238E27FC236}">
                <a16:creationId xmlns:a16="http://schemas.microsoft.com/office/drawing/2014/main" id="{40D9B6F6-532A-4746-8B5F-551B6AF2B30A}"/>
              </a:ext>
            </a:extLst>
          </p:cNvPr>
          <p:cNvSpPr>
            <a:spLocks xmlns:a="http://schemas.openxmlformats.org/drawingml/2006/main" noGrp="1"/>
          </p:cNvSpPr>
          <p:nvPr/>
        </p:nvSpPr>
        <p:spPr>
          <a:xfrm xmlns:a="http://schemas.openxmlformats.org/drawingml/2006/main">
            <a:off x="8077200" y="646747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B6370"/>
                </a:solidFill>
                <a:latin typeface="Arial"/>
                <a:ea typeface="Arial"/>
                <a:cs typeface="Arial"/>
              </a:defRPr>
            </a:defPPr>
            <a:lvl1pPr>
              <a:defRPr sz="1200" b="0">
                <a:solidFill>
                  <a:srgbClr val="5B6370"/>
                </a:solidFill>
                <a:latin typeface="Arial"/>
                <a:ea typeface="Arial"/>
                <a:cs typeface="Arial"/>
              </a:defRPr>
            </a:lvl1pPr>
            <a:lvl2pPr>
              <a:defRPr sz="1200" b="0">
                <a:solidFill>
                  <a:srgbClr val="5B6370"/>
                </a:solidFill>
                <a:latin typeface="Arial"/>
                <a:ea typeface="Arial"/>
                <a:cs typeface="Arial"/>
              </a:defRPr>
            </a:lvl2pPr>
            <a:lvl3pPr>
              <a:defRPr sz="1200" b="0">
                <a:solidFill>
                  <a:srgbClr val="5B6370"/>
                </a:solidFill>
                <a:latin typeface="Arial"/>
                <a:ea typeface="Arial"/>
                <a:cs typeface="Arial"/>
              </a:defRPr>
            </a:lvl3pPr>
            <a:lvl4pPr>
              <a:defRPr sz="1200" b="0">
                <a:solidFill>
                  <a:srgbClr val="5B6370"/>
                </a:solidFill>
                <a:latin typeface="Arial"/>
                <a:ea typeface="Arial"/>
                <a:cs typeface="Arial"/>
              </a:defRPr>
            </a:lvl4pPr>
            <a:lvl5pPr>
              <a:defRPr sz="1200" b="0">
                <a:solidFill>
                  <a:srgbClr val="5B6370"/>
                </a:solidFill>
                <a:latin typeface="Arial"/>
                <a:ea typeface="Arial"/>
                <a:cs typeface="Arial"/>
              </a:defRPr>
            </a:lvl5pPr>
            <a:lvl6pPr>
              <a:defRPr sz="1200" b="0">
                <a:solidFill>
                  <a:srgbClr val="5B6370"/>
                </a:solidFill>
                <a:latin typeface="Arial"/>
                <a:ea typeface="Arial"/>
                <a:cs typeface="Arial"/>
              </a:defRPr>
            </a:lvl6pPr>
            <a:lvl7pPr>
              <a:defRPr sz="1200" b="0">
                <a:solidFill>
                  <a:srgbClr val="5B6370"/>
                </a:solidFill>
                <a:latin typeface="Arial"/>
                <a:ea typeface="Arial"/>
                <a:cs typeface="Arial"/>
              </a:defRPr>
            </a:lvl7pPr>
            <a:lvl8pPr>
              <a:defRPr sz="1200" b="0">
                <a:solidFill>
                  <a:srgbClr val="5B6370"/>
                </a:solidFill>
                <a:latin typeface="Arial"/>
                <a:ea typeface="Arial"/>
                <a:cs typeface="Arial"/>
              </a:defRPr>
            </a:lvl8pPr>
            <a:lvl9pPr>
              <a:defRPr sz="1200" b="0">
                <a:solidFill>
                  <a:srgbClr val="5B6370"/>
                </a:solidFill>
                <a:latin typeface="Arial"/>
                <a:ea typeface="Arial"/>
                <a:cs typeface="Arial"/>
              </a:defRPr>
            </a:lvl9pPr>
          </a:lstStyle>
          <a:p xmlns:a="http://schemas.openxmlformats.org/drawingml/2006/main">
            <a:pPr>
              <a:defRPr sz="1200" b="0">
                <a:solidFill>
                  <a:srgbClr val="5B6370"/>
                </a:solidFill>
                <a:latin typeface="Arial"/>
                <a:ea typeface="Arial"/>
                <a:cs typeface="Arial"/>
              </a:defRPr>
            </a:pPr>
            <a:r>
              <a:rPr sz="1200" b="0">
                <a:solidFill>
                  <a:srgbClr val="5B6370"/>
                </a:solidFill>
                <a:latin typeface="Arial"/>
                <a:ea typeface="Arial"/>
                <a:cs typeface="Arial"/>
                <a:hlinkClick xmlns:r="http://schemas.openxmlformats.org/officeDocument/2006/relationships" r:id="Rb1258107ce014305"/>
              </a:rPr>
              <a:t>Fuente: Favorita / Kaggle</a:t>
            </a:r>
          </a:p>
        </p:txBody>
      </p:sp>
    </p:spTree>
    <p:extLst>
      <p:ext uri="{BB962C8B-B14F-4D97-AF65-F5344CB8AC3E}">
        <p14:creationId xmlns:p14="http://schemas.microsoft.com/office/powerpoint/2010/main" val="9322802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BFC9557-3C71-4E0E-A8CD-76D9FFCC357A}"/>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202D40"/>
                </a:solidFill>
                <a:latin typeface="Arial"/>
                <a:ea typeface="Arial"/>
                <a:cs typeface="Arial"/>
              </a:defRPr>
            </a:defPPr>
            <a:lvl1pPr>
              <a:defRPr sz="3150" b="1">
                <a:solidFill>
                  <a:srgbClr val="202D40"/>
                </a:solidFill>
                <a:latin typeface="Arial"/>
                <a:ea typeface="Arial"/>
                <a:cs typeface="Arial"/>
              </a:defRPr>
            </a:lvl1pPr>
            <a:lvl2pPr>
              <a:defRPr sz="3150" b="1">
                <a:solidFill>
                  <a:srgbClr val="202D40"/>
                </a:solidFill>
                <a:latin typeface="Arial"/>
                <a:ea typeface="Arial"/>
                <a:cs typeface="Arial"/>
              </a:defRPr>
            </a:lvl2pPr>
            <a:lvl3pPr>
              <a:defRPr sz="3150" b="1">
                <a:solidFill>
                  <a:srgbClr val="202D40"/>
                </a:solidFill>
                <a:latin typeface="Arial"/>
                <a:ea typeface="Arial"/>
                <a:cs typeface="Arial"/>
              </a:defRPr>
            </a:lvl3pPr>
            <a:lvl4pPr>
              <a:defRPr sz="3150" b="1">
                <a:solidFill>
                  <a:srgbClr val="202D40"/>
                </a:solidFill>
                <a:latin typeface="Arial"/>
                <a:ea typeface="Arial"/>
                <a:cs typeface="Arial"/>
              </a:defRPr>
            </a:lvl4pPr>
            <a:lvl5pPr>
              <a:defRPr sz="3150" b="1">
                <a:solidFill>
                  <a:srgbClr val="202D40"/>
                </a:solidFill>
                <a:latin typeface="Arial"/>
                <a:ea typeface="Arial"/>
                <a:cs typeface="Arial"/>
              </a:defRPr>
            </a:lvl5pPr>
            <a:lvl6pPr>
              <a:defRPr sz="3150" b="1">
                <a:solidFill>
                  <a:srgbClr val="202D40"/>
                </a:solidFill>
                <a:latin typeface="Arial"/>
                <a:ea typeface="Arial"/>
                <a:cs typeface="Arial"/>
              </a:defRPr>
            </a:lvl6pPr>
            <a:lvl7pPr>
              <a:defRPr sz="3150" b="1">
                <a:solidFill>
                  <a:srgbClr val="202D40"/>
                </a:solidFill>
                <a:latin typeface="Arial"/>
                <a:ea typeface="Arial"/>
                <a:cs typeface="Arial"/>
              </a:defRPr>
            </a:lvl7pPr>
            <a:lvl8pPr>
              <a:defRPr sz="3150" b="1">
                <a:solidFill>
                  <a:srgbClr val="202D40"/>
                </a:solidFill>
                <a:latin typeface="Arial"/>
                <a:ea typeface="Arial"/>
                <a:cs typeface="Arial"/>
              </a:defRPr>
            </a:lvl8pPr>
            <a:lvl9pPr>
              <a:defRPr sz="3150" b="1">
                <a:solidFill>
                  <a:srgbClr val="202D40"/>
                </a:solidFill>
                <a:latin typeface="Arial"/>
                <a:ea typeface="Arial"/>
                <a:cs typeface="Arial"/>
              </a:defRPr>
            </a:lvl9pPr>
          </a:lstStyle>
          <a:p xmlns:a="http://schemas.openxmlformats.org/drawingml/2006/main">
            <a:pPr>
              <a:defRPr sz="3150" b="1">
                <a:solidFill>
                  <a:srgbClr val="202D40"/>
                </a:solidFill>
                <a:latin typeface="Arial"/>
                <a:ea typeface="Arial"/>
                <a:cs typeface="Arial"/>
              </a:defRPr>
            </a:pPr>
            <a:r>
              <a:rPr sz="3150" b="1">
                <a:solidFill>
                  <a:srgbClr val="202D40"/>
                </a:solidFill>
                <a:latin typeface="Arial"/>
                <a:ea typeface="Arial"/>
                <a:cs typeface="Arial"/>
              </a:rPr>
              <a:t>Evolución durante las 12 semanas</a:t>
            </a:r>
          </a:p>
        </p:txBody>
      </p:sp>
      <p:sp>
        <p:nvSpPr>
          <p:cNvPr id="2" name="">
            <a:extLst xmlns:a="http://schemas.openxmlformats.org/drawingml/2006/main">
              <a:ext uri="{FF2B5EF4-FFF2-40B4-BE49-F238E27FC236}">
                <a16:creationId xmlns:a16="http://schemas.microsoft.com/office/drawing/2014/main" id="{AE52C208-FCE3-46F5-88F0-5C0AF9F99863}"/>
              </a:ext>
            </a:extLst>
          </p:cNvPr>
          <p:cNvSpPr>
            <a:spLocks xmlns:a="http://schemas.openxmlformats.org/drawingml/2006/main" noGrp="1"/>
          </p:cNvSpPr>
          <p:nvPr/>
        </p:nvSpPr>
        <p:spPr>
          <a:xfrm xmlns:a="http://schemas.openxmlformats.org/drawingml/2006/main">
            <a:off x="628650" y="1428750"/>
            <a:ext cx="10934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5B6370"/>
                </a:solidFill>
                <a:latin typeface="Arial"/>
                <a:ea typeface="Arial"/>
                <a:cs typeface="Arial"/>
              </a:defRPr>
            </a:defPPr>
            <a:lvl1pPr>
              <a:defRPr sz="1800" b="0">
                <a:solidFill>
                  <a:srgbClr val="5B6370"/>
                </a:solidFill>
                <a:latin typeface="Arial"/>
                <a:ea typeface="Arial"/>
                <a:cs typeface="Arial"/>
              </a:defRPr>
            </a:lvl1pPr>
            <a:lvl2pPr>
              <a:defRPr sz="1800" b="0">
                <a:solidFill>
                  <a:srgbClr val="5B6370"/>
                </a:solidFill>
                <a:latin typeface="Arial"/>
                <a:ea typeface="Arial"/>
                <a:cs typeface="Arial"/>
              </a:defRPr>
            </a:lvl2pPr>
            <a:lvl3pPr>
              <a:defRPr sz="1800" b="0">
                <a:solidFill>
                  <a:srgbClr val="5B6370"/>
                </a:solidFill>
                <a:latin typeface="Arial"/>
                <a:ea typeface="Arial"/>
                <a:cs typeface="Arial"/>
              </a:defRPr>
            </a:lvl3pPr>
            <a:lvl4pPr>
              <a:defRPr sz="1800" b="0">
                <a:solidFill>
                  <a:srgbClr val="5B6370"/>
                </a:solidFill>
                <a:latin typeface="Arial"/>
                <a:ea typeface="Arial"/>
                <a:cs typeface="Arial"/>
              </a:defRPr>
            </a:lvl4pPr>
            <a:lvl5pPr>
              <a:defRPr sz="1800" b="0">
                <a:solidFill>
                  <a:srgbClr val="5B6370"/>
                </a:solidFill>
                <a:latin typeface="Arial"/>
                <a:ea typeface="Arial"/>
                <a:cs typeface="Arial"/>
              </a:defRPr>
            </a:lvl5pPr>
            <a:lvl6pPr>
              <a:defRPr sz="1800" b="0">
                <a:solidFill>
                  <a:srgbClr val="5B6370"/>
                </a:solidFill>
                <a:latin typeface="Arial"/>
                <a:ea typeface="Arial"/>
                <a:cs typeface="Arial"/>
              </a:defRPr>
            </a:lvl6pPr>
            <a:lvl7pPr>
              <a:defRPr sz="1800" b="0">
                <a:solidFill>
                  <a:srgbClr val="5B6370"/>
                </a:solidFill>
                <a:latin typeface="Arial"/>
                <a:ea typeface="Arial"/>
                <a:cs typeface="Arial"/>
              </a:defRPr>
            </a:lvl7pPr>
            <a:lvl8pPr>
              <a:defRPr sz="1800" b="0">
                <a:solidFill>
                  <a:srgbClr val="5B6370"/>
                </a:solidFill>
                <a:latin typeface="Arial"/>
                <a:ea typeface="Arial"/>
                <a:cs typeface="Arial"/>
              </a:defRPr>
            </a:lvl8pPr>
            <a:lvl9pPr>
              <a:defRPr sz="1800" b="0">
                <a:solidFill>
                  <a:srgbClr val="5B6370"/>
                </a:solidFill>
                <a:latin typeface="Arial"/>
                <a:ea typeface="Arial"/>
                <a:cs typeface="Arial"/>
              </a:defRPr>
            </a:lvl9pPr>
          </a:lstStyle>
          <a:p xmlns:a="http://schemas.openxmlformats.org/drawingml/2006/main">
            <a:pPr>
              <a:defRPr sz="1800" b="0">
                <a:solidFill>
                  <a:srgbClr val="5B6370"/>
                </a:solidFill>
                <a:latin typeface="Arial"/>
                <a:ea typeface="Arial"/>
                <a:cs typeface="Arial"/>
              </a:defRPr>
            </a:pPr>
            <a:r>
              <a:rPr sz="1800" b="0">
                <a:solidFill>
                  <a:srgbClr val="5B6370"/>
                </a:solidFill>
                <a:latin typeface="Arial"/>
                <a:ea typeface="Arial"/>
                <a:cs typeface="Arial"/>
              </a:rPr>
              <a:t>Semanas completas de lunes a domingo. Cada gráfico conserva su propia escala.</a:t>
            </a:r>
          </a:p>
        </p:txBody>
      </p:sp>
      <p:sp>
        <p:nvSpPr>
          <p:cNvPr id="3" name="">
            <a:extLst xmlns:a="http://schemas.openxmlformats.org/drawingml/2006/main">
              <a:ext uri="{FF2B5EF4-FFF2-40B4-BE49-F238E27FC236}">
                <a16:creationId xmlns:a16="http://schemas.microsoft.com/office/drawing/2014/main" id="{2D1D01EE-3948-44C9-9FF4-E099C1FF3B6D}"/>
              </a:ext>
            </a:extLst>
          </p:cNvPr>
          <p:cNvSpPr>
            <a:spLocks xmlns:a="http://schemas.openxmlformats.org/drawingml/2006/main" noGrp="1"/>
          </p:cNvSpPr>
          <p:nvPr/>
        </p:nvSpPr>
        <p:spPr>
          <a:xfrm xmlns:a="http://schemas.openxmlformats.org/drawingml/2006/main">
            <a:off x="609600" y="6467475"/>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B6370"/>
                </a:solidFill>
                <a:latin typeface="Arial"/>
                <a:ea typeface="Arial"/>
                <a:cs typeface="Arial"/>
              </a:defRPr>
            </a:defPPr>
            <a:lvl1pPr>
              <a:defRPr sz="1200" b="0">
                <a:solidFill>
                  <a:srgbClr val="5B6370"/>
                </a:solidFill>
                <a:latin typeface="Arial"/>
                <a:ea typeface="Arial"/>
                <a:cs typeface="Arial"/>
              </a:defRPr>
            </a:lvl1pPr>
            <a:lvl2pPr>
              <a:defRPr sz="1200" b="0">
                <a:solidFill>
                  <a:srgbClr val="5B6370"/>
                </a:solidFill>
                <a:latin typeface="Arial"/>
                <a:ea typeface="Arial"/>
                <a:cs typeface="Arial"/>
              </a:defRPr>
            </a:lvl2pPr>
            <a:lvl3pPr>
              <a:defRPr sz="1200" b="0">
                <a:solidFill>
                  <a:srgbClr val="5B6370"/>
                </a:solidFill>
                <a:latin typeface="Arial"/>
                <a:ea typeface="Arial"/>
                <a:cs typeface="Arial"/>
              </a:defRPr>
            </a:lvl3pPr>
            <a:lvl4pPr>
              <a:defRPr sz="1200" b="0">
                <a:solidFill>
                  <a:srgbClr val="5B6370"/>
                </a:solidFill>
                <a:latin typeface="Arial"/>
                <a:ea typeface="Arial"/>
                <a:cs typeface="Arial"/>
              </a:defRPr>
            </a:lvl4pPr>
            <a:lvl5pPr>
              <a:defRPr sz="1200" b="0">
                <a:solidFill>
                  <a:srgbClr val="5B6370"/>
                </a:solidFill>
                <a:latin typeface="Arial"/>
                <a:ea typeface="Arial"/>
                <a:cs typeface="Arial"/>
              </a:defRPr>
            </a:lvl5pPr>
            <a:lvl6pPr>
              <a:defRPr sz="1200" b="0">
                <a:solidFill>
                  <a:srgbClr val="5B6370"/>
                </a:solidFill>
                <a:latin typeface="Arial"/>
                <a:ea typeface="Arial"/>
                <a:cs typeface="Arial"/>
              </a:defRPr>
            </a:lvl6pPr>
            <a:lvl7pPr>
              <a:defRPr sz="1200" b="0">
                <a:solidFill>
                  <a:srgbClr val="5B6370"/>
                </a:solidFill>
                <a:latin typeface="Arial"/>
                <a:ea typeface="Arial"/>
                <a:cs typeface="Arial"/>
              </a:defRPr>
            </a:lvl7pPr>
            <a:lvl8pPr>
              <a:defRPr sz="1200" b="0">
                <a:solidFill>
                  <a:srgbClr val="5B6370"/>
                </a:solidFill>
                <a:latin typeface="Arial"/>
                <a:ea typeface="Arial"/>
                <a:cs typeface="Arial"/>
              </a:defRPr>
            </a:lvl8pPr>
            <a:lvl9pPr>
              <a:defRPr sz="1200" b="0">
                <a:solidFill>
                  <a:srgbClr val="5B6370"/>
                </a:solidFill>
                <a:latin typeface="Arial"/>
                <a:ea typeface="Arial"/>
                <a:cs typeface="Arial"/>
              </a:defRPr>
            </a:lvl9pPr>
          </a:lstStyle>
          <a:p xmlns:a="http://schemas.openxmlformats.org/drawingml/2006/main">
            <a:pPr>
              <a:defRPr sz="1200" b="0">
                <a:solidFill>
                  <a:srgbClr val="5B6370"/>
                </a:solidFill>
                <a:latin typeface="Arial"/>
                <a:ea typeface="Arial"/>
                <a:cs typeface="Arial"/>
              </a:defRPr>
            </a:pPr>
            <a:r>
              <a:rPr sz="1200" b="0">
                <a:solidFill>
                  <a:srgbClr val="5B6370"/>
                </a:solidFill>
                <a:latin typeface="Arial"/>
                <a:ea typeface="Arial"/>
                <a:cs typeface="Arial"/>
              </a:rPr>
              <a:t>Favorita · tienda 44 · Quito</a:t>
            </a:r>
          </a:p>
        </p:txBody>
      </p:sp>
      <p:sp>
        <p:nvSpPr>
          <p:cNvPr id="4" name="">
            <a:extLst xmlns:a="http://schemas.openxmlformats.org/drawingml/2006/main">
              <a:ext uri="{FF2B5EF4-FFF2-40B4-BE49-F238E27FC236}">
                <a16:creationId xmlns:a16="http://schemas.microsoft.com/office/drawing/2014/main" id="{F19C3FBF-ED98-4BCE-98F6-DA0F40915086}"/>
              </a:ext>
            </a:extLst>
          </p:cNvPr>
          <p:cNvSpPr>
            <a:spLocks xmlns:a="http://schemas.openxmlformats.org/drawingml/2006/main" noGrp="1"/>
          </p:cNvSpPr>
          <p:nvPr/>
        </p:nvSpPr>
        <p:spPr>
          <a:xfrm xmlns:a="http://schemas.openxmlformats.org/drawingml/2006/main">
            <a:off x="10744200" y="6467475"/>
            <a:ext cx="83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B6370"/>
                </a:solidFill>
                <a:latin typeface="Arial"/>
                <a:ea typeface="Arial"/>
                <a:cs typeface="Arial"/>
              </a:defRPr>
            </a:defPPr>
            <a:lvl1pPr>
              <a:defRPr sz="1200" b="0">
                <a:solidFill>
                  <a:srgbClr val="5B6370"/>
                </a:solidFill>
                <a:latin typeface="Arial"/>
                <a:ea typeface="Arial"/>
                <a:cs typeface="Arial"/>
              </a:defRPr>
            </a:lvl1pPr>
            <a:lvl2pPr>
              <a:defRPr sz="1200" b="0">
                <a:solidFill>
                  <a:srgbClr val="5B6370"/>
                </a:solidFill>
                <a:latin typeface="Arial"/>
                <a:ea typeface="Arial"/>
                <a:cs typeface="Arial"/>
              </a:defRPr>
            </a:lvl2pPr>
            <a:lvl3pPr>
              <a:defRPr sz="1200" b="0">
                <a:solidFill>
                  <a:srgbClr val="5B6370"/>
                </a:solidFill>
                <a:latin typeface="Arial"/>
                <a:ea typeface="Arial"/>
                <a:cs typeface="Arial"/>
              </a:defRPr>
            </a:lvl3pPr>
            <a:lvl4pPr>
              <a:defRPr sz="1200" b="0">
                <a:solidFill>
                  <a:srgbClr val="5B6370"/>
                </a:solidFill>
                <a:latin typeface="Arial"/>
                <a:ea typeface="Arial"/>
                <a:cs typeface="Arial"/>
              </a:defRPr>
            </a:lvl4pPr>
            <a:lvl5pPr>
              <a:defRPr sz="1200" b="0">
                <a:solidFill>
                  <a:srgbClr val="5B6370"/>
                </a:solidFill>
                <a:latin typeface="Arial"/>
                <a:ea typeface="Arial"/>
                <a:cs typeface="Arial"/>
              </a:defRPr>
            </a:lvl5pPr>
            <a:lvl6pPr>
              <a:defRPr sz="1200" b="0">
                <a:solidFill>
                  <a:srgbClr val="5B6370"/>
                </a:solidFill>
                <a:latin typeface="Arial"/>
                <a:ea typeface="Arial"/>
                <a:cs typeface="Arial"/>
              </a:defRPr>
            </a:lvl6pPr>
            <a:lvl7pPr>
              <a:defRPr sz="1200" b="0">
                <a:solidFill>
                  <a:srgbClr val="5B6370"/>
                </a:solidFill>
                <a:latin typeface="Arial"/>
                <a:ea typeface="Arial"/>
                <a:cs typeface="Arial"/>
              </a:defRPr>
            </a:lvl7pPr>
            <a:lvl8pPr>
              <a:defRPr sz="1200" b="0">
                <a:solidFill>
                  <a:srgbClr val="5B6370"/>
                </a:solidFill>
                <a:latin typeface="Arial"/>
                <a:ea typeface="Arial"/>
                <a:cs typeface="Arial"/>
              </a:defRPr>
            </a:lvl8pPr>
            <a:lvl9pPr>
              <a:defRPr sz="1200" b="0">
                <a:solidFill>
                  <a:srgbClr val="5B6370"/>
                </a:solidFill>
                <a:latin typeface="Arial"/>
                <a:ea typeface="Arial"/>
                <a:cs typeface="Arial"/>
              </a:defRPr>
            </a:lvl9pPr>
          </a:lstStyle>
          <a:p xmlns:a="http://schemas.openxmlformats.org/drawingml/2006/main">
            <a:pPr>
              <a:defRPr sz="1200" b="0">
                <a:solidFill>
                  <a:srgbClr val="5B6370"/>
                </a:solidFill>
                <a:latin typeface="Arial"/>
                <a:ea typeface="Arial"/>
                <a:cs typeface="Arial"/>
              </a:defRPr>
            </a:pPr>
            <a:r>
              <a:rPr sz="1200" b="0">
                <a:solidFill>
                  <a:srgbClr val="5B6370"/>
                </a:solidFill>
                <a:latin typeface="Arial"/>
                <a:ea typeface="Arial"/>
                <a:cs typeface="Arial"/>
              </a:rPr>
              <a:t>03 / 07</a:t>
            </a:r>
          </a:p>
        </p:txBody>
      </p:sp>
      <p:sp>
        <p:nvSpPr>
          <p:cNvPr id="5" name="">
            <a:extLst xmlns:a="http://schemas.openxmlformats.org/drawingml/2006/main">
              <a:ext uri="{FF2B5EF4-FFF2-40B4-BE49-F238E27FC236}">
                <a16:creationId xmlns:a16="http://schemas.microsoft.com/office/drawing/2014/main" id="{3508EBC3-841B-4E97-8744-AE99E7923F4E}"/>
              </a:ext>
            </a:extLst>
          </p:cNvPr>
          <p:cNvSpPr>
            <a:spLocks xmlns:a="http://schemas.openxmlformats.org/drawingml/2006/main" noGrp="1"/>
          </p:cNvSpPr>
          <p:nvPr/>
        </p:nvSpPr>
        <p:spPr>
          <a:xfrm xmlns:a="http://schemas.openxmlformats.org/drawingml/2006/main">
            <a:off x="638175" y="2095500"/>
            <a:ext cx="3476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202D40"/>
                </a:solidFill>
                <a:latin typeface="Arial"/>
                <a:ea typeface="Arial"/>
                <a:cs typeface="Arial"/>
              </a:defRPr>
            </a:defPPr>
            <a:lvl1pPr>
              <a:defRPr sz="2025" b="1">
                <a:solidFill>
                  <a:srgbClr val="202D40"/>
                </a:solidFill>
                <a:latin typeface="Arial"/>
                <a:ea typeface="Arial"/>
                <a:cs typeface="Arial"/>
              </a:defRPr>
            </a:lvl1pPr>
            <a:lvl2pPr>
              <a:defRPr sz="2025" b="1">
                <a:solidFill>
                  <a:srgbClr val="202D40"/>
                </a:solidFill>
                <a:latin typeface="Arial"/>
                <a:ea typeface="Arial"/>
                <a:cs typeface="Arial"/>
              </a:defRPr>
            </a:lvl2pPr>
            <a:lvl3pPr>
              <a:defRPr sz="2025" b="1">
                <a:solidFill>
                  <a:srgbClr val="202D40"/>
                </a:solidFill>
                <a:latin typeface="Arial"/>
                <a:ea typeface="Arial"/>
                <a:cs typeface="Arial"/>
              </a:defRPr>
            </a:lvl3pPr>
            <a:lvl4pPr>
              <a:defRPr sz="2025" b="1">
                <a:solidFill>
                  <a:srgbClr val="202D40"/>
                </a:solidFill>
                <a:latin typeface="Arial"/>
                <a:ea typeface="Arial"/>
                <a:cs typeface="Arial"/>
              </a:defRPr>
            </a:lvl4pPr>
            <a:lvl5pPr>
              <a:defRPr sz="2025" b="1">
                <a:solidFill>
                  <a:srgbClr val="202D40"/>
                </a:solidFill>
                <a:latin typeface="Arial"/>
                <a:ea typeface="Arial"/>
                <a:cs typeface="Arial"/>
              </a:defRPr>
            </a:lvl5pPr>
            <a:lvl6pPr>
              <a:defRPr sz="2025" b="1">
                <a:solidFill>
                  <a:srgbClr val="202D40"/>
                </a:solidFill>
                <a:latin typeface="Arial"/>
                <a:ea typeface="Arial"/>
                <a:cs typeface="Arial"/>
              </a:defRPr>
            </a:lvl6pPr>
            <a:lvl7pPr>
              <a:defRPr sz="2025" b="1">
                <a:solidFill>
                  <a:srgbClr val="202D40"/>
                </a:solidFill>
                <a:latin typeface="Arial"/>
                <a:ea typeface="Arial"/>
                <a:cs typeface="Arial"/>
              </a:defRPr>
            </a:lvl7pPr>
            <a:lvl8pPr>
              <a:defRPr sz="2025" b="1">
                <a:solidFill>
                  <a:srgbClr val="202D40"/>
                </a:solidFill>
                <a:latin typeface="Arial"/>
                <a:ea typeface="Arial"/>
                <a:cs typeface="Arial"/>
              </a:defRPr>
            </a:lvl8pPr>
            <a:lvl9pPr>
              <a:defRPr sz="2025" b="1">
                <a:solidFill>
                  <a:srgbClr val="202D40"/>
                </a:solidFill>
                <a:latin typeface="Arial"/>
                <a:ea typeface="Arial"/>
                <a:cs typeface="Arial"/>
              </a:defRPr>
            </a:lvl9pPr>
          </a:lstStyle>
          <a:p xmlns:a="http://schemas.openxmlformats.org/drawingml/2006/main">
            <a:pPr>
              <a:defRPr sz="2025" b="1">
                <a:solidFill>
                  <a:srgbClr val="202D40"/>
                </a:solidFill>
                <a:latin typeface="Arial"/>
                <a:ea typeface="Arial"/>
                <a:cs typeface="Arial"/>
              </a:defRPr>
            </a:pPr>
            <a:r>
              <a:rPr sz="2025" b="1">
                <a:solidFill>
                  <a:srgbClr val="202D40"/>
                </a:solidFill>
                <a:latin typeface="Arial"/>
                <a:ea typeface="Arial"/>
                <a:cs typeface="Arial"/>
              </a:rPr>
              <a:t>Bebidas</a:t>
            </a:r>
          </a:p>
        </p:txBody>
      </p:sp>
      <p:graphicFrame>
        <p:nvGraphicFramePr>
          <p:cNvPr id="6" name="Chart">
            <a:extLst xmlns:a="http://schemas.openxmlformats.org/drawingml/2006/main">
              <a:ext uri="{FF2B5EF4-FFF2-40B4-BE49-F238E27FC236}">
                <a16:creationId xmlns:a16="http://schemas.microsoft.com/office/drawing/2014/main" id="{D8021542-BA4C-4D66-96C8-C0479CEDC4E7}"/>
              </a:ext>
            </a:extLst>
          </p:cNvPr>
          <p:cNvGraphicFramePr/>
          <p:nvPr/>
        </p:nvGraphicFramePr>
        <p:xfrm>
          <a:off xmlns:a="http://schemas.openxmlformats.org/drawingml/2006/main" x="609600" y="2476500"/>
          <a:ext xmlns:a="http://schemas.openxmlformats.org/drawingml/2006/main" cx="3476625" cy="1428750"/>
        </p:xfrm>
        <a:graphic xmlns:a="http://schemas.openxmlformats.org/drawingml/2006/main">
          <a:graphicData uri="http://schemas.openxmlformats.org/drawingml/2006/chart">
            <c:chart xmlns:r="http://schemas.openxmlformats.org/officeDocument/2006/relationships" xmlns:c="http://schemas.openxmlformats.org/drawingml/2006/chart" r:id="R6b2e055fb6bd4a2e"/>
          </a:graphicData>
        </a:graphic>
      </p:graphicFrame>
      <p:sp>
        <p:nvSpPr>
          <p:cNvPr id="7" name="">
            <a:extLst xmlns:a="http://schemas.openxmlformats.org/drawingml/2006/main">
              <a:ext uri="{FF2B5EF4-FFF2-40B4-BE49-F238E27FC236}">
                <a16:creationId xmlns:a16="http://schemas.microsoft.com/office/drawing/2014/main" id="{40682FEF-FFB1-44D8-9657-AFECFA113DE8}"/>
              </a:ext>
            </a:extLst>
          </p:cNvPr>
          <p:cNvSpPr>
            <a:spLocks xmlns:a="http://schemas.openxmlformats.org/drawingml/2006/main" noGrp="1"/>
          </p:cNvSpPr>
          <p:nvPr/>
        </p:nvSpPr>
        <p:spPr>
          <a:xfrm xmlns:a="http://schemas.openxmlformats.org/drawingml/2006/main">
            <a:off x="4429125" y="2095500"/>
            <a:ext cx="3476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202D40"/>
                </a:solidFill>
                <a:latin typeface="Arial"/>
                <a:ea typeface="Arial"/>
                <a:cs typeface="Arial"/>
              </a:defRPr>
            </a:defPPr>
            <a:lvl1pPr>
              <a:defRPr sz="2025" b="1">
                <a:solidFill>
                  <a:srgbClr val="202D40"/>
                </a:solidFill>
                <a:latin typeface="Arial"/>
                <a:ea typeface="Arial"/>
                <a:cs typeface="Arial"/>
              </a:defRPr>
            </a:lvl1pPr>
            <a:lvl2pPr>
              <a:defRPr sz="2025" b="1">
                <a:solidFill>
                  <a:srgbClr val="202D40"/>
                </a:solidFill>
                <a:latin typeface="Arial"/>
                <a:ea typeface="Arial"/>
                <a:cs typeface="Arial"/>
              </a:defRPr>
            </a:lvl2pPr>
            <a:lvl3pPr>
              <a:defRPr sz="2025" b="1">
                <a:solidFill>
                  <a:srgbClr val="202D40"/>
                </a:solidFill>
                <a:latin typeface="Arial"/>
                <a:ea typeface="Arial"/>
                <a:cs typeface="Arial"/>
              </a:defRPr>
            </a:lvl3pPr>
            <a:lvl4pPr>
              <a:defRPr sz="2025" b="1">
                <a:solidFill>
                  <a:srgbClr val="202D40"/>
                </a:solidFill>
                <a:latin typeface="Arial"/>
                <a:ea typeface="Arial"/>
                <a:cs typeface="Arial"/>
              </a:defRPr>
            </a:lvl4pPr>
            <a:lvl5pPr>
              <a:defRPr sz="2025" b="1">
                <a:solidFill>
                  <a:srgbClr val="202D40"/>
                </a:solidFill>
                <a:latin typeface="Arial"/>
                <a:ea typeface="Arial"/>
                <a:cs typeface="Arial"/>
              </a:defRPr>
            </a:lvl5pPr>
            <a:lvl6pPr>
              <a:defRPr sz="2025" b="1">
                <a:solidFill>
                  <a:srgbClr val="202D40"/>
                </a:solidFill>
                <a:latin typeface="Arial"/>
                <a:ea typeface="Arial"/>
                <a:cs typeface="Arial"/>
              </a:defRPr>
            </a:lvl6pPr>
            <a:lvl7pPr>
              <a:defRPr sz="2025" b="1">
                <a:solidFill>
                  <a:srgbClr val="202D40"/>
                </a:solidFill>
                <a:latin typeface="Arial"/>
                <a:ea typeface="Arial"/>
                <a:cs typeface="Arial"/>
              </a:defRPr>
            </a:lvl7pPr>
            <a:lvl8pPr>
              <a:defRPr sz="2025" b="1">
                <a:solidFill>
                  <a:srgbClr val="202D40"/>
                </a:solidFill>
                <a:latin typeface="Arial"/>
                <a:ea typeface="Arial"/>
                <a:cs typeface="Arial"/>
              </a:defRPr>
            </a:lvl8pPr>
            <a:lvl9pPr>
              <a:defRPr sz="2025" b="1">
                <a:solidFill>
                  <a:srgbClr val="202D40"/>
                </a:solidFill>
                <a:latin typeface="Arial"/>
                <a:ea typeface="Arial"/>
                <a:cs typeface="Arial"/>
              </a:defRPr>
            </a:lvl9pPr>
          </a:lstStyle>
          <a:p xmlns:a="http://schemas.openxmlformats.org/drawingml/2006/main">
            <a:pPr>
              <a:defRPr sz="2025" b="1">
                <a:solidFill>
                  <a:srgbClr val="202D40"/>
                </a:solidFill>
                <a:latin typeface="Arial"/>
                <a:ea typeface="Arial"/>
                <a:cs typeface="Arial"/>
              </a:defRPr>
            </a:pPr>
            <a:r>
              <a:rPr sz="2025" b="1">
                <a:solidFill>
                  <a:srgbClr val="202D40"/>
                </a:solidFill>
                <a:latin typeface="Arial"/>
                <a:ea typeface="Arial"/>
                <a:cs typeface="Arial"/>
              </a:rPr>
              <a:t>Frutas y verduras</a:t>
            </a:r>
          </a:p>
        </p:txBody>
      </p:sp>
      <p:graphicFrame>
        <p:nvGraphicFramePr>
          <p:cNvPr id="8" name="Chart">
            <a:extLst xmlns:a="http://schemas.openxmlformats.org/drawingml/2006/main">
              <a:ext uri="{FF2B5EF4-FFF2-40B4-BE49-F238E27FC236}">
                <a16:creationId xmlns:a16="http://schemas.microsoft.com/office/drawing/2014/main" id="{08C2EC6D-99BF-43B1-8A84-BFFD95035AD1}"/>
              </a:ext>
            </a:extLst>
          </p:cNvPr>
          <p:cNvGraphicFramePr/>
          <p:nvPr/>
        </p:nvGraphicFramePr>
        <p:xfrm>
          <a:off xmlns:a="http://schemas.openxmlformats.org/drawingml/2006/main" x="4400550" y="2476500"/>
          <a:ext xmlns:a="http://schemas.openxmlformats.org/drawingml/2006/main" cx="3476625" cy="1428750"/>
        </p:xfrm>
        <a:graphic xmlns:a="http://schemas.openxmlformats.org/drawingml/2006/main">
          <a:graphicData uri="http://schemas.openxmlformats.org/drawingml/2006/chart">
            <c:chart xmlns:r="http://schemas.openxmlformats.org/officeDocument/2006/relationships" xmlns:c="http://schemas.openxmlformats.org/drawingml/2006/chart" r:id="R7305d001897e404b"/>
          </a:graphicData>
        </a:graphic>
      </p:graphicFrame>
      <p:sp>
        <p:nvSpPr>
          <p:cNvPr id="9" name="">
            <a:extLst xmlns:a="http://schemas.openxmlformats.org/drawingml/2006/main">
              <a:ext uri="{FF2B5EF4-FFF2-40B4-BE49-F238E27FC236}">
                <a16:creationId xmlns:a16="http://schemas.microsoft.com/office/drawing/2014/main" id="{17BA2AC9-0C7B-4F7F-9055-76ED7711E1E5}"/>
              </a:ext>
            </a:extLst>
          </p:cNvPr>
          <p:cNvSpPr>
            <a:spLocks xmlns:a="http://schemas.openxmlformats.org/drawingml/2006/main" noGrp="1"/>
          </p:cNvSpPr>
          <p:nvPr/>
        </p:nvSpPr>
        <p:spPr>
          <a:xfrm xmlns:a="http://schemas.openxmlformats.org/drawingml/2006/main">
            <a:off x="8220075" y="2095500"/>
            <a:ext cx="3476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202D40"/>
                </a:solidFill>
                <a:latin typeface="Arial"/>
                <a:ea typeface="Arial"/>
                <a:cs typeface="Arial"/>
              </a:defRPr>
            </a:defPPr>
            <a:lvl1pPr>
              <a:defRPr sz="2025" b="1">
                <a:solidFill>
                  <a:srgbClr val="202D40"/>
                </a:solidFill>
                <a:latin typeface="Arial"/>
                <a:ea typeface="Arial"/>
                <a:cs typeface="Arial"/>
              </a:defRPr>
            </a:lvl1pPr>
            <a:lvl2pPr>
              <a:defRPr sz="2025" b="1">
                <a:solidFill>
                  <a:srgbClr val="202D40"/>
                </a:solidFill>
                <a:latin typeface="Arial"/>
                <a:ea typeface="Arial"/>
                <a:cs typeface="Arial"/>
              </a:defRPr>
            </a:lvl2pPr>
            <a:lvl3pPr>
              <a:defRPr sz="2025" b="1">
                <a:solidFill>
                  <a:srgbClr val="202D40"/>
                </a:solidFill>
                <a:latin typeface="Arial"/>
                <a:ea typeface="Arial"/>
                <a:cs typeface="Arial"/>
              </a:defRPr>
            </a:lvl3pPr>
            <a:lvl4pPr>
              <a:defRPr sz="2025" b="1">
                <a:solidFill>
                  <a:srgbClr val="202D40"/>
                </a:solidFill>
                <a:latin typeface="Arial"/>
                <a:ea typeface="Arial"/>
                <a:cs typeface="Arial"/>
              </a:defRPr>
            </a:lvl4pPr>
            <a:lvl5pPr>
              <a:defRPr sz="2025" b="1">
                <a:solidFill>
                  <a:srgbClr val="202D40"/>
                </a:solidFill>
                <a:latin typeface="Arial"/>
                <a:ea typeface="Arial"/>
                <a:cs typeface="Arial"/>
              </a:defRPr>
            </a:lvl5pPr>
            <a:lvl6pPr>
              <a:defRPr sz="2025" b="1">
                <a:solidFill>
                  <a:srgbClr val="202D40"/>
                </a:solidFill>
                <a:latin typeface="Arial"/>
                <a:ea typeface="Arial"/>
                <a:cs typeface="Arial"/>
              </a:defRPr>
            </a:lvl6pPr>
            <a:lvl7pPr>
              <a:defRPr sz="2025" b="1">
                <a:solidFill>
                  <a:srgbClr val="202D40"/>
                </a:solidFill>
                <a:latin typeface="Arial"/>
                <a:ea typeface="Arial"/>
                <a:cs typeface="Arial"/>
              </a:defRPr>
            </a:lvl7pPr>
            <a:lvl8pPr>
              <a:defRPr sz="2025" b="1">
                <a:solidFill>
                  <a:srgbClr val="202D40"/>
                </a:solidFill>
                <a:latin typeface="Arial"/>
                <a:ea typeface="Arial"/>
                <a:cs typeface="Arial"/>
              </a:defRPr>
            </a:lvl8pPr>
            <a:lvl9pPr>
              <a:defRPr sz="2025" b="1">
                <a:solidFill>
                  <a:srgbClr val="202D40"/>
                </a:solidFill>
                <a:latin typeface="Arial"/>
                <a:ea typeface="Arial"/>
                <a:cs typeface="Arial"/>
              </a:defRPr>
            </a:lvl9pPr>
          </a:lstStyle>
          <a:p xmlns:a="http://schemas.openxmlformats.org/drawingml/2006/main">
            <a:pPr>
              <a:defRPr sz="2025" b="1">
                <a:solidFill>
                  <a:srgbClr val="202D40"/>
                </a:solidFill>
                <a:latin typeface="Arial"/>
                <a:ea typeface="Arial"/>
                <a:cs typeface="Arial"/>
              </a:defRPr>
            </a:pPr>
            <a:r>
              <a:rPr sz="2025" b="1">
                <a:solidFill>
                  <a:srgbClr val="202D40"/>
                </a:solidFill>
                <a:latin typeface="Arial"/>
                <a:ea typeface="Arial"/>
                <a:cs typeface="Arial"/>
              </a:rPr>
              <a:t>Lácteos</a:t>
            </a:r>
          </a:p>
        </p:txBody>
      </p:sp>
      <p:graphicFrame>
        <p:nvGraphicFramePr>
          <p:cNvPr id="10" name="Chart">
            <a:extLst xmlns:a="http://schemas.openxmlformats.org/drawingml/2006/main">
              <a:ext uri="{FF2B5EF4-FFF2-40B4-BE49-F238E27FC236}">
                <a16:creationId xmlns:a16="http://schemas.microsoft.com/office/drawing/2014/main" id="{03B53343-C60A-49FD-8CB3-48A02B9B3E8E}"/>
              </a:ext>
            </a:extLst>
          </p:cNvPr>
          <p:cNvGraphicFramePr/>
          <p:nvPr/>
        </p:nvGraphicFramePr>
        <p:xfrm>
          <a:off xmlns:a="http://schemas.openxmlformats.org/drawingml/2006/main" x="8191500" y="2476500"/>
          <a:ext xmlns:a="http://schemas.openxmlformats.org/drawingml/2006/main" cx="3476625" cy="1428750"/>
        </p:xfrm>
        <a:graphic xmlns:a="http://schemas.openxmlformats.org/drawingml/2006/main">
          <a:graphicData uri="http://schemas.openxmlformats.org/drawingml/2006/chart">
            <c:chart xmlns:r="http://schemas.openxmlformats.org/officeDocument/2006/relationships" xmlns:c="http://schemas.openxmlformats.org/drawingml/2006/chart" r:id="Rcc82abe560fd4b60"/>
          </a:graphicData>
        </a:graphic>
      </p:graphicFrame>
      <p:sp>
        <p:nvSpPr>
          <p:cNvPr id="11" name="">
            <a:extLst xmlns:a="http://schemas.openxmlformats.org/drawingml/2006/main">
              <a:ext uri="{FF2B5EF4-FFF2-40B4-BE49-F238E27FC236}">
                <a16:creationId xmlns:a16="http://schemas.microsoft.com/office/drawing/2014/main" id="{D0123689-4191-4212-A580-6F47D3E62BD2}"/>
              </a:ext>
            </a:extLst>
          </p:cNvPr>
          <p:cNvSpPr>
            <a:spLocks xmlns:a="http://schemas.openxmlformats.org/drawingml/2006/main" noGrp="1"/>
          </p:cNvSpPr>
          <p:nvPr/>
        </p:nvSpPr>
        <p:spPr>
          <a:xfrm xmlns:a="http://schemas.openxmlformats.org/drawingml/2006/main">
            <a:off x="638175" y="4152900"/>
            <a:ext cx="3476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202D40"/>
                </a:solidFill>
                <a:latin typeface="Arial"/>
                <a:ea typeface="Arial"/>
                <a:cs typeface="Arial"/>
              </a:defRPr>
            </a:defPPr>
            <a:lvl1pPr>
              <a:defRPr sz="2025" b="1">
                <a:solidFill>
                  <a:srgbClr val="202D40"/>
                </a:solidFill>
                <a:latin typeface="Arial"/>
                <a:ea typeface="Arial"/>
                <a:cs typeface="Arial"/>
              </a:defRPr>
            </a:lvl1pPr>
            <a:lvl2pPr>
              <a:defRPr sz="2025" b="1">
                <a:solidFill>
                  <a:srgbClr val="202D40"/>
                </a:solidFill>
                <a:latin typeface="Arial"/>
                <a:ea typeface="Arial"/>
                <a:cs typeface="Arial"/>
              </a:defRPr>
            </a:lvl2pPr>
            <a:lvl3pPr>
              <a:defRPr sz="2025" b="1">
                <a:solidFill>
                  <a:srgbClr val="202D40"/>
                </a:solidFill>
                <a:latin typeface="Arial"/>
                <a:ea typeface="Arial"/>
                <a:cs typeface="Arial"/>
              </a:defRPr>
            </a:lvl3pPr>
            <a:lvl4pPr>
              <a:defRPr sz="2025" b="1">
                <a:solidFill>
                  <a:srgbClr val="202D40"/>
                </a:solidFill>
                <a:latin typeface="Arial"/>
                <a:ea typeface="Arial"/>
                <a:cs typeface="Arial"/>
              </a:defRPr>
            </a:lvl4pPr>
            <a:lvl5pPr>
              <a:defRPr sz="2025" b="1">
                <a:solidFill>
                  <a:srgbClr val="202D40"/>
                </a:solidFill>
                <a:latin typeface="Arial"/>
                <a:ea typeface="Arial"/>
                <a:cs typeface="Arial"/>
              </a:defRPr>
            </a:lvl5pPr>
            <a:lvl6pPr>
              <a:defRPr sz="2025" b="1">
                <a:solidFill>
                  <a:srgbClr val="202D40"/>
                </a:solidFill>
                <a:latin typeface="Arial"/>
                <a:ea typeface="Arial"/>
                <a:cs typeface="Arial"/>
              </a:defRPr>
            </a:lvl6pPr>
            <a:lvl7pPr>
              <a:defRPr sz="2025" b="1">
                <a:solidFill>
                  <a:srgbClr val="202D40"/>
                </a:solidFill>
                <a:latin typeface="Arial"/>
                <a:ea typeface="Arial"/>
                <a:cs typeface="Arial"/>
              </a:defRPr>
            </a:lvl7pPr>
            <a:lvl8pPr>
              <a:defRPr sz="2025" b="1">
                <a:solidFill>
                  <a:srgbClr val="202D40"/>
                </a:solidFill>
                <a:latin typeface="Arial"/>
                <a:ea typeface="Arial"/>
                <a:cs typeface="Arial"/>
              </a:defRPr>
            </a:lvl8pPr>
            <a:lvl9pPr>
              <a:defRPr sz="2025" b="1">
                <a:solidFill>
                  <a:srgbClr val="202D40"/>
                </a:solidFill>
                <a:latin typeface="Arial"/>
                <a:ea typeface="Arial"/>
                <a:cs typeface="Arial"/>
              </a:defRPr>
            </a:lvl9pPr>
          </a:lstStyle>
          <a:p xmlns:a="http://schemas.openxmlformats.org/drawingml/2006/main">
            <a:pPr>
              <a:defRPr sz="2025" b="1">
                <a:solidFill>
                  <a:srgbClr val="202D40"/>
                </a:solidFill>
                <a:latin typeface="Arial"/>
                <a:ea typeface="Arial"/>
                <a:cs typeface="Arial"/>
              </a:defRPr>
            </a:pPr>
            <a:r>
              <a:rPr sz="2025" b="1">
                <a:solidFill>
                  <a:srgbClr val="202D40"/>
                </a:solidFill>
                <a:latin typeface="Arial"/>
                <a:ea typeface="Arial"/>
                <a:cs typeface="Arial"/>
              </a:rPr>
              <a:t>Limpieza</a:t>
            </a:r>
          </a:p>
        </p:txBody>
      </p:sp>
      <p:graphicFrame>
        <p:nvGraphicFramePr>
          <p:cNvPr id="12" name="Chart">
            <a:extLst xmlns:a="http://schemas.openxmlformats.org/drawingml/2006/main">
              <a:ext uri="{FF2B5EF4-FFF2-40B4-BE49-F238E27FC236}">
                <a16:creationId xmlns:a16="http://schemas.microsoft.com/office/drawing/2014/main" id="{C7625437-C529-4E84-845E-47F720FD4F0B}"/>
              </a:ext>
            </a:extLst>
          </p:cNvPr>
          <p:cNvGraphicFramePr/>
          <p:nvPr/>
        </p:nvGraphicFramePr>
        <p:xfrm>
          <a:off xmlns:a="http://schemas.openxmlformats.org/drawingml/2006/main" x="609600" y="4533900"/>
          <a:ext xmlns:a="http://schemas.openxmlformats.org/drawingml/2006/main" cx="3476625" cy="1428750"/>
        </p:xfrm>
        <a:graphic xmlns:a="http://schemas.openxmlformats.org/drawingml/2006/main">
          <a:graphicData uri="http://schemas.openxmlformats.org/drawingml/2006/chart">
            <c:chart xmlns:r="http://schemas.openxmlformats.org/officeDocument/2006/relationships" xmlns:c="http://schemas.openxmlformats.org/drawingml/2006/chart" r:id="R2c5d649e2f764a78"/>
          </a:graphicData>
        </a:graphic>
      </p:graphicFrame>
      <p:sp>
        <p:nvSpPr>
          <p:cNvPr id="13" name="">
            <a:extLst xmlns:a="http://schemas.openxmlformats.org/drawingml/2006/main">
              <a:ext uri="{FF2B5EF4-FFF2-40B4-BE49-F238E27FC236}">
                <a16:creationId xmlns:a16="http://schemas.microsoft.com/office/drawing/2014/main" id="{01108AF1-C08F-41E5-B914-51438A3F4A8B}"/>
              </a:ext>
            </a:extLst>
          </p:cNvPr>
          <p:cNvSpPr>
            <a:spLocks xmlns:a="http://schemas.openxmlformats.org/drawingml/2006/main" noGrp="1"/>
          </p:cNvSpPr>
          <p:nvPr/>
        </p:nvSpPr>
        <p:spPr>
          <a:xfrm xmlns:a="http://schemas.openxmlformats.org/drawingml/2006/main">
            <a:off x="4429125" y="4152900"/>
            <a:ext cx="3476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202D40"/>
                </a:solidFill>
                <a:latin typeface="Arial"/>
                <a:ea typeface="Arial"/>
                <a:cs typeface="Arial"/>
              </a:defRPr>
            </a:defPPr>
            <a:lvl1pPr>
              <a:defRPr sz="2025" b="1">
                <a:solidFill>
                  <a:srgbClr val="202D40"/>
                </a:solidFill>
                <a:latin typeface="Arial"/>
                <a:ea typeface="Arial"/>
                <a:cs typeface="Arial"/>
              </a:defRPr>
            </a:lvl1pPr>
            <a:lvl2pPr>
              <a:defRPr sz="2025" b="1">
                <a:solidFill>
                  <a:srgbClr val="202D40"/>
                </a:solidFill>
                <a:latin typeface="Arial"/>
                <a:ea typeface="Arial"/>
                <a:cs typeface="Arial"/>
              </a:defRPr>
            </a:lvl2pPr>
            <a:lvl3pPr>
              <a:defRPr sz="2025" b="1">
                <a:solidFill>
                  <a:srgbClr val="202D40"/>
                </a:solidFill>
                <a:latin typeface="Arial"/>
                <a:ea typeface="Arial"/>
                <a:cs typeface="Arial"/>
              </a:defRPr>
            </a:lvl3pPr>
            <a:lvl4pPr>
              <a:defRPr sz="2025" b="1">
                <a:solidFill>
                  <a:srgbClr val="202D40"/>
                </a:solidFill>
                <a:latin typeface="Arial"/>
                <a:ea typeface="Arial"/>
                <a:cs typeface="Arial"/>
              </a:defRPr>
            </a:lvl4pPr>
            <a:lvl5pPr>
              <a:defRPr sz="2025" b="1">
                <a:solidFill>
                  <a:srgbClr val="202D40"/>
                </a:solidFill>
                <a:latin typeface="Arial"/>
                <a:ea typeface="Arial"/>
                <a:cs typeface="Arial"/>
              </a:defRPr>
            </a:lvl5pPr>
            <a:lvl6pPr>
              <a:defRPr sz="2025" b="1">
                <a:solidFill>
                  <a:srgbClr val="202D40"/>
                </a:solidFill>
                <a:latin typeface="Arial"/>
                <a:ea typeface="Arial"/>
                <a:cs typeface="Arial"/>
              </a:defRPr>
            </a:lvl6pPr>
            <a:lvl7pPr>
              <a:defRPr sz="2025" b="1">
                <a:solidFill>
                  <a:srgbClr val="202D40"/>
                </a:solidFill>
                <a:latin typeface="Arial"/>
                <a:ea typeface="Arial"/>
                <a:cs typeface="Arial"/>
              </a:defRPr>
            </a:lvl7pPr>
            <a:lvl8pPr>
              <a:defRPr sz="2025" b="1">
                <a:solidFill>
                  <a:srgbClr val="202D40"/>
                </a:solidFill>
                <a:latin typeface="Arial"/>
                <a:ea typeface="Arial"/>
                <a:cs typeface="Arial"/>
              </a:defRPr>
            </a:lvl8pPr>
            <a:lvl9pPr>
              <a:defRPr sz="2025" b="1">
                <a:solidFill>
                  <a:srgbClr val="202D40"/>
                </a:solidFill>
                <a:latin typeface="Arial"/>
                <a:ea typeface="Arial"/>
                <a:cs typeface="Arial"/>
              </a:defRPr>
            </a:lvl9pPr>
          </a:lstStyle>
          <a:p xmlns:a="http://schemas.openxmlformats.org/drawingml/2006/main">
            <a:pPr>
              <a:defRPr sz="2025" b="1">
                <a:solidFill>
                  <a:srgbClr val="202D40"/>
                </a:solidFill>
                <a:latin typeface="Arial"/>
                <a:ea typeface="Arial"/>
                <a:cs typeface="Arial"/>
              </a:defRPr>
            </a:pPr>
            <a:r>
              <a:rPr sz="2025" b="1">
                <a:solidFill>
                  <a:srgbClr val="202D40"/>
                </a:solidFill>
                <a:latin typeface="Arial"/>
                <a:ea typeface="Arial"/>
                <a:cs typeface="Arial"/>
              </a:rPr>
              <a:t>Panadería</a:t>
            </a:r>
          </a:p>
        </p:txBody>
      </p:sp>
      <p:graphicFrame>
        <p:nvGraphicFramePr>
          <p:cNvPr id="14" name="Chart">
            <a:extLst xmlns:a="http://schemas.openxmlformats.org/drawingml/2006/main">
              <a:ext uri="{FF2B5EF4-FFF2-40B4-BE49-F238E27FC236}">
                <a16:creationId xmlns:a16="http://schemas.microsoft.com/office/drawing/2014/main" id="{5C09BFAB-62BF-4EDE-9267-9A4F74839612}"/>
              </a:ext>
            </a:extLst>
          </p:cNvPr>
          <p:cNvGraphicFramePr/>
          <p:nvPr/>
        </p:nvGraphicFramePr>
        <p:xfrm>
          <a:off xmlns:a="http://schemas.openxmlformats.org/drawingml/2006/main" x="4400550" y="4533900"/>
          <a:ext xmlns:a="http://schemas.openxmlformats.org/drawingml/2006/main" cx="3476625" cy="1428750"/>
        </p:xfrm>
        <a:graphic xmlns:a="http://schemas.openxmlformats.org/drawingml/2006/main">
          <a:graphicData uri="http://schemas.openxmlformats.org/drawingml/2006/chart">
            <c:chart xmlns:r="http://schemas.openxmlformats.org/officeDocument/2006/relationships" xmlns:c="http://schemas.openxmlformats.org/drawingml/2006/chart" r:id="R757f99630bb7495c"/>
          </a:graphicData>
        </a:graphic>
      </p:graphicFrame>
      <p:sp>
        <p:nvSpPr>
          <p:cNvPr id="15" name="">
            <a:extLst xmlns:a="http://schemas.openxmlformats.org/drawingml/2006/main">
              <a:ext uri="{FF2B5EF4-FFF2-40B4-BE49-F238E27FC236}">
                <a16:creationId xmlns:a16="http://schemas.microsoft.com/office/drawing/2014/main" id="{7D400E00-AA40-4F33-AD54-BFE96B690134}"/>
              </a:ext>
            </a:extLst>
          </p:cNvPr>
          <p:cNvSpPr>
            <a:spLocks xmlns:a="http://schemas.openxmlformats.org/drawingml/2006/main" noGrp="1"/>
          </p:cNvSpPr>
          <p:nvPr/>
        </p:nvSpPr>
        <p:spPr>
          <a:xfrm xmlns:a="http://schemas.openxmlformats.org/drawingml/2006/main">
            <a:off x="8220075" y="4152900"/>
            <a:ext cx="3476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202D40"/>
                </a:solidFill>
                <a:latin typeface="Arial"/>
                <a:ea typeface="Arial"/>
                <a:cs typeface="Arial"/>
              </a:defRPr>
            </a:defPPr>
            <a:lvl1pPr>
              <a:defRPr sz="2025" b="1">
                <a:solidFill>
                  <a:srgbClr val="202D40"/>
                </a:solidFill>
                <a:latin typeface="Arial"/>
                <a:ea typeface="Arial"/>
                <a:cs typeface="Arial"/>
              </a:defRPr>
            </a:lvl1pPr>
            <a:lvl2pPr>
              <a:defRPr sz="2025" b="1">
                <a:solidFill>
                  <a:srgbClr val="202D40"/>
                </a:solidFill>
                <a:latin typeface="Arial"/>
                <a:ea typeface="Arial"/>
                <a:cs typeface="Arial"/>
              </a:defRPr>
            </a:lvl2pPr>
            <a:lvl3pPr>
              <a:defRPr sz="2025" b="1">
                <a:solidFill>
                  <a:srgbClr val="202D40"/>
                </a:solidFill>
                <a:latin typeface="Arial"/>
                <a:ea typeface="Arial"/>
                <a:cs typeface="Arial"/>
              </a:defRPr>
            </a:lvl3pPr>
            <a:lvl4pPr>
              <a:defRPr sz="2025" b="1">
                <a:solidFill>
                  <a:srgbClr val="202D40"/>
                </a:solidFill>
                <a:latin typeface="Arial"/>
                <a:ea typeface="Arial"/>
                <a:cs typeface="Arial"/>
              </a:defRPr>
            </a:lvl4pPr>
            <a:lvl5pPr>
              <a:defRPr sz="2025" b="1">
                <a:solidFill>
                  <a:srgbClr val="202D40"/>
                </a:solidFill>
                <a:latin typeface="Arial"/>
                <a:ea typeface="Arial"/>
                <a:cs typeface="Arial"/>
              </a:defRPr>
            </a:lvl5pPr>
            <a:lvl6pPr>
              <a:defRPr sz="2025" b="1">
                <a:solidFill>
                  <a:srgbClr val="202D40"/>
                </a:solidFill>
                <a:latin typeface="Arial"/>
                <a:ea typeface="Arial"/>
                <a:cs typeface="Arial"/>
              </a:defRPr>
            </a:lvl6pPr>
            <a:lvl7pPr>
              <a:defRPr sz="2025" b="1">
                <a:solidFill>
                  <a:srgbClr val="202D40"/>
                </a:solidFill>
                <a:latin typeface="Arial"/>
                <a:ea typeface="Arial"/>
                <a:cs typeface="Arial"/>
              </a:defRPr>
            </a:lvl7pPr>
            <a:lvl8pPr>
              <a:defRPr sz="2025" b="1">
                <a:solidFill>
                  <a:srgbClr val="202D40"/>
                </a:solidFill>
                <a:latin typeface="Arial"/>
                <a:ea typeface="Arial"/>
                <a:cs typeface="Arial"/>
              </a:defRPr>
            </a:lvl8pPr>
            <a:lvl9pPr>
              <a:defRPr sz="2025" b="1">
                <a:solidFill>
                  <a:srgbClr val="202D40"/>
                </a:solidFill>
                <a:latin typeface="Arial"/>
                <a:ea typeface="Arial"/>
                <a:cs typeface="Arial"/>
              </a:defRPr>
            </a:lvl9pPr>
          </a:lstStyle>
          <a:p xmlns:a="http://schemas.openxmlformats.org/drawingml/2006/main">
            <a:pPr>
              <a:defRPr sz="2025" b="1">
                <a:solidFill>
                  <a:srgbClr val="202D40"/>
                </a:solidFill>
                <a:latin typeface="Arial"/>
                <a:ea typeface="Arial"/>
                <a:cs typeface="Arial"/>
              </a:defRPr>
            </a:pPr>
            <a:r>
              <a:rPr sz="2025" b="1">
                <a:solidFill>
                  <a:srgbClr val="202D40"/>
                </a:solidFill>
                <a:latin typeface="Arial"/>
                <a:ea typeface="Arial"/>
                <a:cs typeface="Arial"/>
              </a:rPr>
              <a:t>Carnes</a:t>
            </a:r>
          </a:p>
        </p:txBody>
      </p:sp>
      <p:graphicFrame>
        <p:nvGraphicFramePr>
          <p:cNvPr id="16" name="Chart">
            <a:extLst xmlns:a="http://schemas.openxmlformats.org/drawingml/2006/main">
              <a:ext uri="{FF2B5EF4-FFF2-40B4-BE49-F238E27FC236}">
                <a16:creationId xmlns:a16="http://schemas.microsoft.com/office/drawing/2014/main" id="{BA551AB5-AF3E-4A2F-A15B-243BCBB252C4}"/>
              </a:ext>
            </a:extLst>
          </p:cNvPr>
          <p:cNvGraphicFramePr/>
          <p:nvPr/>
        </p:nvGraphicFramePr>
        <p:xfrm>
          <a:off xmlns:a="http://schemas.openxmlformats.org/drawingml/2006/main" x="8191500" y="4533900"/>
          <a:ext xmlns:a="http://schemas.openxmlformats.org/drawingml/2006/main" cx="3476625" cy="1428750"/>
        </p:xfrm>
        <a:graphic xmlns:a="http://schemas.openxmlformats.org/drawingml/2006/main">
          <a:graphicData uri="http://schemas.openxmlformats.org/drawingml/2006/chart">
            <c:chart xmlns:r="http://schemas.openxmlformats.org/officeDocument/2006/relationships" xmlns:c="http://schemas.openxmlformats.org/drawingml/2006/chart" r:id="R0641093f6af748ba"/>
          </a:graphicData>
        </a:graphic>
      </p:graphicFrame>
      <p:sp>
        <p:nvSpPr>
          <p:cNvPr id="17" name="">
            <a:extLst xmlns:a="http://schemas.openxmlformats.org/drawingml/2006/main">
              <a:ext uri="{FF2B5EF4-FFF2-40B4-BE49-F238E27FC236}">
                <a16:creationId xmlns:a16="http://schemas.microsoft.com/office/drawing/2014/main" id="{79B6256D-1DE4-41B9-869A-7E8FC5215B13}"/>
              </a:ext>
            </a:extLst>
          </p:cNvPr>
          <p:cNvSpPr>
            <a:spLocks xmlns:a="http://schemas.openxmlformats.org/drawingml/2006/main" noGrp="1"/>
          </p:cNvSpPr>
          <p:nvPr/>
        </p:nvSpPr>
        <p:spPr>
          <a:xfrm xmlns:a="http://schemas.openxmlformats.org/drawingml/2006/main">
            <a:off x="628650" y="614362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5B6370"/>
                </a:solidFill>
                <a:latin typeface="Arial"/>
                <a:ea typeface="Arial"/>
                <a:cs typeface="Arial"/>
              </a:defRPr>
            </a:defPPr>
            <a:lvl1pPr>
              <a:defRPr sz="1575" b="0">
                <a:solidFill>
                  <a:srgbClr val="5B6370"/>
                </a:solidFill>
                <a:latin typeface="Arial"/>
                <a:ea typeface="Arial"/>
                <a:cs typeface="Arial"/>
              </a:defRPr>
            </a:lvl1pPr>
            <a:lvl2pPr>
              <a:defRPr sz="1575" b="0">
                <a:solidFill>
                  <a:srgbClr val="5B6370"/>
                </a:solidFill>
                <a:latin typeface="Arial"/>
                <a:ea typeface="Arial"/>
                <a:cs typeface="Arial"/>
              </a:defRPr>
            </a:lvl2pPr>
            <a:lvl3pPr>
              <a:defRPr sz="1575" b="0">
                <a:solidFill>
                  <a:srgbClr val="5B6370"/>
                </a:solidFill>
                <a:latin typeface="Arial"/>
                <a:ea typeface="Arial"/>
                <a:cs typeface="Arial"/>
              </a:defRPr>
            </a:lvl3pPr>
            <a:lvl4pPr>
              <a:defRPr sz="1575" b="0">
                <a:solidFill>
                  <a:srgbClr val="5B6370"/>
                </a:solidFill>
                <a:latin typeface="Arial"/>
                <a:ea typeface="Arial"/>
                <a:cs typeface="Arial"/>
              </a:defRPr>
            </a:lvl4pPr>
            <a:lvl5pPr>
              <a:defRPr sz="1575" b="0">
                <a:solidFill>
                  <a:srgbClr val="5B6370"/>
                </a:solidFill>
                <a:latin typeface="Arial"/>
                <a:ea typeface="Arial"/>
                <a:cs typeface="Arial"/>
              </a:defRPr>
            </a:lvl5pPr>
            <a:lvl6pPr>
              <a:defRPr sz="1575" b="0">
                <a:solidFill>
                  <a:srgbClr val="5B6370"/>
                </a:solidFill>
                <a:latin typeface="Arial"/>
                <a:ea typeface="Arial"/>
                <a:cs typeface="Arial"/>
              </a:defRPr>
            </a:lvl6pPr>
            <a:lvl7pPr>
              <a:defRPr sz="1575" b="0">
                <a:solidFill>
                  <a:srgbClr val="5B6370"/>
                </a:solidFill>
                <a:latin typeface="Arial"/>
                <a:ea typeface="Arial"/>
                <a:cs typeface="Arial"/>
              </a:defRPr>
            </a:lvl7pPr>
            <a:lvl8pPr>
              <a:defRPr sz="1575" b="0">
                <a:solidFill>
                  <a:srgbClr val="5B6370"/>
                </a:solidFill>
                <a:latin typeface="Arial"/>
                <a:ea typeface="Arial"/>
                <a:cs typeface="Arial"/>
              </a:defRPr>
            </a:lvl8pPr>
            <a:lvl9pPr>
              <a:defRPr sz="1575" b="0">
                <a:solidFill>
                  <a:srgbClr val="5B6370"/>
                </a:solidFill>
                <a:latin typeface="Arial"/>
                <a:ea typeface="Arial"/>
                <a:cs typeface="Arial"/>
              </a:defRPr>
            </a:lvl9pPr>
          </a:lstStyle>
          <a:p xmlns:a="http://schemas.openxmlformats.org/drawingml/2006/main">
            <a:pPr>
              <a:defRPr sz="1575" b="0">
                <a:solidFill>
                  <a:srgbClr val="5B6370"/>
                </a:solidFill>
                <a:latin typeface="Arial"/>
                <a:ea typeface="Arial"/>
                <a:cs typeface="Arial"/>
              </a:defRPr>
            </a:pPr>
            <a:r>
              <a:rPr sz="1575" b="0">
                <a:solidFill>
                  <a:srgbClr val="5B6370"/>
                </a:solidFill>
                <a:latin typeface="Arial"/>
                <a:ea typeface="Arial"/>
                <a:cs typeface="Arial"/>
              </a:rPr>
              <a:t>Bebidas y lácteos alcanzan su máximo en la semana 2. Las otras cuatro familias, en la semana 6.</a:t>
            </a:r>
          </a:p>
        </p:txBody>
      </p:sp>
      <p:sp>
        <p:nvSpPr>
          <p:cNvPr id="18" name="">
            <a:extLst xmlns:a="http://schemas.openxmlformats.org/drawingml/2006/main">
              <a:ext uri="{FF2B5EF4-FFF2-40B4-BE49-F238E27FC236}">
                <a16:creationId xmlns:a16="http://schemas.microsoft.com/office/drawing/2014/main" id="{4A9ABE0C-8750-4677-A4F2-B59385F706ED}"/>
              </a:ext>
            </a:extLst>
          </p:cNvPr>
          <p:cNvSpPr>
            <a:spLocks xmlns:a="http://schemas.openxmlformats.org/drawingml/2006/main" noGrp="1"/>
          </p:cNvSpPr>
          <p:nvPr/>
        </p:nvSpPr>
        <p:spPr>
          <a:xfrm xmlns:a="http://schemas.openxmlformats.org/drawingml/2006/main">
            <a:off x="8077200" y="646747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B6370"/>
                </a:solidFill>
                <a:latin typeface="Arial"/>
                <a:ea typeface="Arial"/>
                <a:cs typeface="Arial"/>
              </a:defRPr>
            </a:defPPr>
            <a:lvl1pPr>
              <a:defRPr sz="1200" b="0">
                <a:solidFill>
                  <a:srgbClr val="5B6370"/>
                </a:solidFill>
                <a:latin typeface="Arial"/>
                <a:ea typeface="Arial"/>
                <a:cs typeface="Arial"/>
              </a:defRPr>
            </a:lvl1pPr>
            <a:lvl2pPr>
              <a:defRPr sz="1200" b="0">
                <a:solidFill>
                  <a:srgbClr val="5B6370"/>
                </a:solidFill>
                <a:latin typeface="Arial"/>
                <a:ea typeface="Arial"/>
                <a:cs typeface="Arial"/>
              </a:defRPr>
            </a:lvl2pPr>
            <a:lvl3pPr>
              <a:defRPr sz="1200" b="0">
                <a:solidFill>
                  <a:srgbClr val="5B6370"/>
                </a:solidFill>
                <a:latin typeface="Arial"/>
                <a:ea typeface="Arial"/>
                <a:cs typeface="Arial"/>
              </a:defRPr>
            </a:lvl3pPr>
            <a:lvl4pPr>
              <a:defRPr sz="1200" b="0">
                <a:solidFill>
                  <a:srgbClr val="5B6370"/>
                </a:solidFill>
                <a:latin typeface="Arial"/>
                <a:ea typeface="Arial"/>
                <a:cs typeface="Arial"/>
              </a:defRPr>
            </a:lvl4pPr>
            <a:lvl5pPr>
              <a:defRPr sz="1200" b="0">
                <a:solidFill>
                  <a:srgbClr val="5B6370"/>
                </a:solidFill>
                <a:latin typeface="Arial"/>
                <a:ea typeface="Arial"/>
                <a:cs typeface="Arial"/>
              </a:defRPr>
            </a:lvl5pPr>
            <a:lvl6pPr>
              <a:defRPr sz="1200" b="0">
                <a:solidFill>
                  <a:srgbClr val="5B6370"/>
                </a:solidFill>
                <a:latin typeface="Arial"/>
                <a:ea typeface="Arial"/>
                <a:cs typeface="Arial"/>
              </a:defRPr>
            </a:lvl6pPr>
            <a:lvl7pPr>
              <a:defRPr sz="1200" b="0">
                <a:solidFill>
                  <a:srgbClr val="5B6370"/>
                </a:solidFill>
                <a:latin typeface="Arial"/>
                <a:ea typeface="Arial"/>
                <a:cs typeface="Arial"/>
              </a:defRPr>
            </a:lvl7pPr>
            <a:lvl8pPr>
              <a:defRPr sz="1200" b="0">
                <a:solidFill>
                  <a:srgbClr val="5B6370"/>
                </a:solidFill>
                <a:latin typeface="Arial"/>
                <a:ea typeface="Arial"/>
                <a:cs typeface="Arial"/>
              </a:defRPr>
            </a:lvl8pPr>
            <a:lvl9pPr>
              <a:defRPr sz="1200" b="0">
                <a:solidFill>
                  <a:srgbClr val="5B6370"/>
                </a:solidFill>
                <a:latin typeface="Arial"/>
                <a:ea typeface="Arial"/>
                <a:cs typeface="Arial"/>
              </a:defRPr>
            </a:lvl9pPr>
          </a:lstStyle>
          <a:p xmlns:a="http://schemas.openxmlformats.org/drawingml/2006/main">
            <a:pPr>
              <a:defRPr sz="1200" b="0">
                <a:solidFill>
                  <a:srgbClr val="5B6370"/>
                </a:solidFill>
                <a:latin typeface="Arial"/>
                <a:ea typeface="Arial"/>
                <a:cs typeface="Arial"/>
              </a:defRPr>
            </a:pPr>
            <a:r>
              <a:rPr sz="1200" b="0">
                <a:solidFill>
                  <a:srgbClr val="5B6370"/>
                </a:solidFill>
                <a:latin typeface="Arial"/>
                <a:ea typeface="Arial"/>
                <a:cs typeface="Arial"/>
                <a:hlinkClick xmlns:r="http://schemas.openxmlformats.org/officeDocument/2006/relationships" r:id="Rcda151f38a4c41ef"/>
              </a:rPr>
              <a:t>Fuente: Favorita / Kaggle</a:t>
            </a:r>
          </a:p>
        </p:txBody>
      </p:sp>
    </p:spTree>
    <p:extLst>
      <p:ext uri="{BB962C8B-B14F-4D97-AF65-F5344CB8AC3E}">
        <p14:creationId xmlns:p14="http://schemas.microsoft.com/office/powerpoint/2010/main" val="1757809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0823EB6-F767-4DF0-814B-59BC3AC56C9A}"/>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202D40"/>
                </a:solidFill>
                <a:latin typeface="Arial"/>
                <a:ea typeface="Arial"/>
                <a:cs typeface="Arial"/>
              </a:defRPr>
            </a:defPPr>
            <a:lvl1pPr>
              <a:defRPr sz="3150" b="1">
                <a:solidFill>
                  <a:srgbClr val="202D40"/>
                </a:solidFill>
                <a:latin typeface="Arial"/>
                <a:ea typeface="Arial"/>
                <a:cs typeface="Arial"/>
              </a:defRPr>
            </a:lvl1pPr>
            <a:lvl2pPr>
              <a:defRPr sz="3150" b="1">
                <a:solidFill>
                  <a:srgbClr val="202D40"/>
                </a:solidFill>
                <a:latin typeface="Arial"/>
                <a:ea typeface="Arial"/>
                <a:cs typeface="Arial"/>
              </a:defRPr>
            </a:lvl2pPr>
            <a:lvl3pPr>
              <a:defRPr sz="3150" b="1">
                <a:solidFill>
                  <a:srgbClr val="202D40"/>
                </a:solidFill>
                <a:latin typeface="Arial"/>
                <a:ea typeface="Arial"/>
                <a:cs typeface="Arial"/>
              </a:defRPr>
            </a:lvl3pPr>
            <a:lvl4pPr>
              <a:defRPr sz="3150" b="1">
                <a:solidFill>
                  <a:srgbClr val="202D40"/>
                </a:solidFill>
                <a:latin typeface="Arial"/>
                <a:ea typeface="Arial"/>
                <a:cs typeface="Arial"/>
              </a:defRPr>
            </a:lvl4pPr>
            <a:lvl5pPr>
              <a:defRPr sz="3150" b="1">
                <a:solidFill>
                  <a:srgbClr val="202D40"/>
                </a:solidFill>
                <a:latin typeface="Arial"/>
                <a:ea typeface="Arial"/>
                <a:cs typeface="Arial"/>
              </a:defRPr>
            </a:lvl5pPr>
            <a:lvl6pPr>
              <a:defRPr sz="3150" b="1">
                <a:solidFill>
                  <a:srgbClr val="202D40"/>
                </a:solidFill>
                <a:latin typeface="Arial"/>
                <a:ea typeface="Arial"/>
                <a:cs typeface="Arial"/>
              </a:defRPr>
            </a:lvl6pPr>
            <a:lvl7pPr>
              <a:defRPr sz="3150" b="1">
                <a:solidFill>
                  <a:srgbClr val="202D40"/>
                </a:solidFill>
                <a:latin typeface="Arial"/>
                <a:ea typeface="Arial"/>
                <a:cs typeface="Arial"/>
              </a:defRPr>
            </a:lvl7pPr>
            <a:lvl8pPr>
              <a:defRPr sz="3150" b="1">
                <a:solidFill>
                  <a:srgbClr val="202D40"/>
                </a:solidFill>
                <a:latin typeface="Arial"/>
                <a:ea typeface="Arial"/>
                <a:cs typeface="Arial"/>
              </a:defRPr>
            </a:lvl8pPr>
            <a:lvl9pPr>
              <a:defRPr sz="3150" b="1">
                <a:solidFill>
                  <a:srgbClr val="202D40"/>
                </a:solidFill>
                <a:latin typeface="Arial"/>
                <a:ea typeface="Arial"/>
                <a:cs typeface="Arial"/>
              </a:defRPr>
            </a:lvl9pPr>
          </a:lstStyle>
          <a:p xmlns:a="http://schemas.openxmlformats.org/drawingml/2006/main">
            <a:pPr>
              <a:defRPr sz="3150" b="1">
                <a:solidFill>
                  <a:srgbClr val="202D40"/>
                </a:solidFill>
                <a:latin typeface="Arial"/>
                <a:ea typeface="Arial"/>
                <a:cs typeface="Arial"/>
              </a:defRPr>
            </a:pPr>
            <a:r>
              <a:rPr sz="3150" b="1">
                <a:solidFill>
                  <a:srgbClr val="202D40"/>
                </a:solidFill>
                <a:latin typeface="Arial"/>
                <a:ea typeface="Arial"/>
                <a:cs typeface="Arial"/>
              </a:rPr>
              <a:t>El domingo lidera en cinco categorías</a:t>
            </a:r>
          </a:p>
        </p:txBody>
      </p:sp>
      <p:sp>
        <p:nvSpPr>
          <p:cNvPr id="2" name="">
            <a:extLst xmlns:a="http://schemas.openxmlformats.org/drawingml/2006/main">
              <a:ext uri="{FF2B5EF4-FFF2-40B4-BE49-F238E27FC236}">
                <a16:creationId xmlns:a16="http://schemas.microsoft.com/office/drawing/2014/main" id="{11219AB9-7C48-4F7F-97B9-E775F0501D60}"/>
              </a:ext>
            </a:extLst>
          </p:cNvPr>
          <p:cNvSpPr>
            <a:spLocks xmlns:a="http://schemas.openxmlformats.org/drawingml/2006/main" noGrp="1"/>
          </p:cNvSpPr>
          <p:nvPr/>
        </p:nvSpPr>
        <p:spPr>
          <a:xfrm xmlns:a="http://schemas.openxmlformats.org/drawingml/2006/main">
            <a:off x="628650" y="1428750"/>
            <a:ext cx="10934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5B6370"/>
                </a:solidFill>
                <a:latin typeface="Arial"/>
                <a:ea typeface="Arial"/>
                <a:cs typeface="Arial"/>
              </a:defRPr>
            </a:defPPr>
            <a:lvl1pPr>
              <a:defRPr sz="1800" b="0">
                <a:solidFill>
                  <a:srgbClr val="5B6370"/>
                </a:solidFill>
                <a:latin typeface="Arial"/>
                <a:ea typeface="Arial"/>
                <a:cs typeface="Arial"/>
              </a:defRPr>
            </a:lvl1pPr>
            <a:lvl2pPr>
              <a:defRPr sz="1800" b="0">
                <a:solidFill>
                  <a:srgbClr val="5B6370"/>
                </a:solidFill>
                <a:latin typeface="Arial"/>
                <a:ea typeface="Arial"/>
                <a:cs typeface="Arial"/>
              </a:defRPr>
            </a:lvl2pPr>
            <a:lvl3pPr>
              <a:defRPr sz="1800" b="0">
                <a:solidFill>
                  <a:srgbClr val="5B6370"/>
                </a:solidFill>
                <a:latin typeface="Arial"/>
                <a:ea typeface="Arial"/>
                <a:cs typeface="Arial"/>
              </a:defRPr>
            </a:lvl3pPr>
            <a:lvl4pPr>
              <a:defRPr sz="1800" b="0">
                <a:solidFill>
                  <a:srgbClr val="5B6370"/>
                </a:solidFill>
                <a:latin typeface="Arial"/>
                <a:ea typeface="Arial"/>
                <a:cs typeface="Arial"/>
              </a:defRPr>
            </a:lvl4pPr>
            <a:lvl5pPr>
              <a:defRPr sz="1800" b="0">
                <a:solidFill>
                  <a:srgbClr val="5B6370"/>
                </a:solidFill>
                <a:latin typeface="Arial"/>
                <a:ea typeface="Arial"/>
                <a:cs typeface="Arial"/>
              </a:defRPr>
            </a:lvl5pPr>
            <a:lvl6pPr>
              <a:defRPr sz="1800" b="0">
                <a:solidFill>
                  <a:srgbClr val="5B6370"/>
                </a:solidFill>
                <a:latin typeface="Arial"/>
                <a:ea typeface="Arial"/>
                <a:cs typeface="Arial"/>
              </a:defRPr>
            </a:lvl6pPr>
            <a:lvl7pPr>
              <a:defRPr sz="1800" b="0">
                <a:solidFill>
                  <a:srgbClr val="5B6370"/>
                </a:solidFill>
                <a:latin typeface="Arial"/>
                <a:ea typeface="Arial"/>
                <a:cs typeface="Arial"/>
              </a:defRPr>
            </a:lvl7pPr>
            <a:lvl8pPr>
              <a:defRPr sz="1800" b="0">
                <a:solidFill>
                  <a:srgbClr val="5B6370"/>
                </a:solidFill>
                <a:latin typeface="Arial"/>
                <a:ea typeface="Arial"/>
                <a:cs typeface="Arial"/>
              </a:defRPr>
            </a:lvl8pPr>
            <a:lvl9pPr>
              <a:defRPr sz="1800" b="0">
                <a:solidFill>
                  <a:srgbClr val="5B6370"/>
                </a:solidFill>
                <a:latin typeface="Arial"/>
                <a:ea typeface="Arial"/>
                <a:cs typeface="Arial"/>
              </a:defRPr>
            </a:lvl9pPr>
          </a:lstStyle>
          <a:p xmlns:a="http://schemas.openxmlformats.org/drawingml/2006/main">
            <a:pPr>
              <a:defRPr sz="1800" b="0">
                <a:solidFill>
                  <a:srgbClr val="5B6370"/>
                </a:solidFill>
                <a:latin typeface="Arial"/>
                <a:ea typeface="Arial"/>
                <a:cs typeface="Arial"/>
              </a:defRPr>
            </a:pPr>
            <a:r>
              <a:rPr sz="1800" b="0">
                <a:solidFill>
                  <a:srgbClr val="5B6370"/>
                </a:solidFill>
                <a:latin typeface="Arial"/>
                <a:ea typeface="Arial"/>
                <a:cs typeface="Arial"/>
              </a:rPr>
              <a:t>Índice de venta media diaria. 100 equivale al promedio de cada familia.</a:t>
            </a:r>
          </a:p>
        </p:txBody>
      </p:sp>
      <p:sp>
        <p:nvSpPr>
          <p:cNvPr id="3" name="">
            <a:extLst xmlns:a="http://schemas.openxmlformats.org/drawingml/2006/main">
              <a:ext uri="{FF2B5EF4-FFF2-40B4-BE49-F238E27FC236}">
                <a16:creationId xmlns:a16="http://schemas.microsoft.com/office/drawing/2014/main" id="{A70CB723-78EC-4C4C-ADD4-6F1C8E1DC2AB}"/>
              </a:ext>
            </a:extLst>
          </p:cNvPr>
          <p:cNvSpPr>
            <a:spLocks xmlns:a="http://schemas.openxmlformats.org/drawingml/2006/main" noGrp="1"/>
          </p:cNvSpPr>
          <p:nvPr/>
        </p:nvSpPr>
        <p:spPr>
          <a:xfrm xmlns:a="http://schemas.openxmlformats.org/drawingml/2006/main">
            <a:off x="609600" y="6467475"/>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B6370"/>
                </a:solidFill>
                <a:latin typeface="Arial"/>
                <a:ea typeface="Arial"/>
                <a:cs typeface="Arial"/>
              </a:defRPr>
            </a:defPPr>
            <a:lvl1pPr>
              <a:defRPr sz="1200" b="0">
                <a:solidFill>
                  <a:srgbClr val="5B6370"/>
                </a:solidFill>
                <a:latin typeface="Arial"/>
                <a:ea typeface="Arial"/>
                <a:cs typeface="Arial"/>
              </a:defRPr>
            </a:lvl1pPr>
            <a:lvl2pPr>
              <a:defRPr sz="1200" b="0">
                <a:solidFill>
                  <a:srgbClr val="5B6370"/>
                </a:solidFill>
                <a:latin typeface="Arial"/>
                <a:ea typeface="Arial"/>
                <a:cs typeface="Arial"/>
              </a:defRPr>
            </a:lvl2pPr>
            <a:lvl3pPr>
              <a:defRPr sz="1200" b="0">
                <a:solidFill>
                  <a:srgbClr val="5B6370"/>
                </a:solidFill>
                <a:latin typeface="Arial"/>
                <a:ea typeface="Arial"/>
                <a:cs typeface="Arial"/>
              </a:defRPr>
            </a:lvl3pPr>
            <a:lvl4pPr>
              <a:defRPr sz="1200" b="0">
                <a:solidFill>
                  <a:srgbClr val="5B6370"/>
                </a:solidFill>
                <a:latin typeface="Arial"/>
                <a:ea typeface="Arial"/>
                <a:cs typeface="Arial"/>
              </a:defRPr>
            </a:lvl4pPr>
            <a:lvl5pPr>
              <a:defRPr sz="1200" b="0">
                <a:solidFill>
                  <a:srgbClr val="5B6370"/>
                </a:solidFill>
                <a:latin typeface="Arial"/>
                <a:ea typeface="Arial"/>
                <a:cs typeface="Arial"/>
              </a:defRPr>
            </a:lvl5pPr>
            <a:lvl6pPr>
              <a:defRPr sz="1200" b="0">
                <a:solidFill>
                  <a:srgbClr val="5B6370"/>
                </a:solidFill>
                <a:latin typeface="Arial"/>
                <a:ea typeface="Arial"/>
                <a:cs typeface="Arial"/>
              </a:defRPr>
            </a:lvl6pPr>
            <a:lvl7pPr>
              <a:defRPr sz="1200" b="0">
                <a:solidFill>
                  <a:srgbClr val="5B6370"/>
                </a:solidFill>
                <a:latin typeface="Arial"/>
                <a:ea typeface="Arial"/>
                <a:cs typeface="Arial"/>
              </a:defRPr>
            </a:lvl7pPr>
            <a:lvl8pPr>
              <a:defRPr sz="1200" b="0">
                <a:solidFill>
                  <a:srgbClr val="5B6370"/>
                </a:solidFill>
                <a:latin typeface="Arial"/>
                <a:ea typeface="Arial"/>
                <a:cs typeface="Arial"/>
              </a:defRPr>
            </a:lvl8pPr>
            <a:lvl9pPr>
              <a:defRPr sz="1200" b="0">
                <a:solidFill>
                  <a:srgbClr val="5B6370"/>
                </a:solidFill>
                <a:latin typeface="Arial"/>
                <a:ea typeface="Arial"/>
                <a:cs typeface="Arial"/>
              </a:defRPr>
            </a:lvl9pPr>
          </a:lstStyle>
          <a:p xmlns:a="http://schemas.openxmlformats.org/drawingml/2006/main">
            <a:pPr>
              <a:defRPr sz="1200" b="0">
                <a:solidFill>
                  <a:srgbClr val="5B6370"/>
                </a:solidFill>
                <a:latin typeface="Arial"/>
                <a:ea typeface="Arial"/>
                <a:cs typeface="Arial"/>
              </a:defRPr>
            </a:pPr>
            <a:r>
              <a:rPr sz="1200" b="0">
                <a:solidFill>
                  <a:srgbClr val="5B6370"/>
                </a:solidFill>
                <a:latin typeface="Arial"/>
                <a:ea typeface="Arial"/>
                <a:cs typeface="Arial"/>
              </a:rPr>
              <a:t>Favorita · tienda 44 · Quito</a:t>
            </a:r>
          </a:p>
        </p:txBody>
      </p:sp>
      <p:sp>
        <p:nvSpPr>
          <p:cNvPr id="4" name="">
            <a:extLst xmlns:a="http://schemas.openxmlformats.org/drawingml/2006/main">
              <a:ext uri="{FF2B5EF4-FFF2-40B4-BE49-F238E27FC236}">
                <a16:creationId xmlns:a16="http://schemas.microsoft.com/office/drawing/2014/main" id="{C475DAA8-4A89-4F00-8D25-181FD040DEBB}"/>
              </a:ext>
            </a:extLst>
          </p:cNvPr>
          <p:cNvSpPr>
            <a:spLocks xmlns:a="http://schemas.openxmlformats.org/drawingml/2006/main" noGrp="1"/>
          </p:cNvSpPr>
          <p:nvPr/>
        </p:nvSpPr>
        <p:spPr>
          <a:xfrm xmlns:a="http://schemas.openxmlformats.org/drawingml/2006/main">
            <a:off x="10744200" y="6467475"/>
            <a:ext cx="83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B6370"/>
                </a:solidFill>
                <a:latin typeface="Arial"/>
                <a:ea typeface="Arial"/>
                <a:cs typeface="Arial"/>
              </a:defRPr>
            </a:defPPr>
            <a:lvl1pPr>
              <a:defRPr sz="1200" b="0">
                <a:solidFill>
                  <a:srgbClr val="5B6370"/>
                </a:solidFill>
                <a:latin typeface="Arial"/>
                <a:ea typeface="Arial"/>
                <a:cs typeface="Arial"/>
              </a:defRPr>
            </a:lvl1pPr>
            <a:lvl2pPr>
              <a:defRPr sz="1200" b="0">
                <a:solidFill>
                  <a:srgbClr val="5B6370"/>
                </a:solidFill>
                <a:latin typeface="Arial"/>
                <a:ea typeface="Arial"/>
                <a:cs typeface="Arial"/>
              </a:defRPr>
            </a:lvl2pPr>
            <a:lvl3pPr>
              <a:defRPr sz="1200" b="0">
                <a:solidFill>
                  <a:srgbClr val="5B6370"/>
                </a:solidFill>
                <a:latin typeface="Arial"/>
                <a:ea typeface="Arial"/>
                <a:cs typeface="Arial"/>
              </a:defRPr>
            </a:lvl3pPr>
            <a:lvl4pPr>
              <a:defRPr sz="1200" b="0">
                <a:solidFill>
                  <a:srgbClr val="5B6370"/>
                </a:solidFill>
                <a:latin typeface="Arial"/>
                <a:ea typeface="Arial"/>
                <a:cs typeface="Arial"/>
              </a:defRPr>
            </a:lvl4pPr>
            <a:lvl5pPr>
              <a:defRPr sz="1200" b="0">
                <a:solidFill>
                  <a:srgbClr val="5B6370"/>
                </a:solidFill>
                <a:latin typeface="Arial"/>
                <a:ea typeface="Arial"/>
                <a:cs typeface="Arial"/>
              </a:defRPr>
            </a:lvl5pPr>
            <a:lvl6pPr>
              <a:defRPr sz="1200" b="0">
                <a:solidFill>
                  <a:srgbClr val="5B6370"/>
                </a:solidFill>
                <a:latin typeface="Arial"/>
                <a:ea typeface="Arial"/>
                <a:cs typeface="Arial"/>
              </a:defRPr>
            </a:lvl6pPr>
            <a:lvl7pPr>
              <a:defRPr sz="1200" b="0">
                <a:solidFill>
                  <a:srgbClr val="5B6370"/>
                </a:solidFill>
                <a:latin typeface="Arial"/>
                <a:ea typeface="Arial"/>
                <a:cs typeface="Arial"/>
              </a:defRPr>
            </a:lvl7pPr>
            <a:lvl8pPr>
              <a:defRPr sz="1200" b="0">
                <a:solidFill>
                  <a:srgbClr val="5B6370"/>
                </a:solidFill>
                <a:latin typeface="Arial"/>
                <a:ea typeface="Arial"/>
                <a:cs typeface="Arial"/>
              </a:defRPr>
            </a:lvl8pPr>
            <a:lvl9pPr>
              <a:defRPr sz="1200" b="0">
                <a:solidFill>
                  <a:srgbClr val="5B6370"/>
                </a:solidFill>
                <a:latin typeface="Arial"/>
                <a:ea typeface="Arial"/>
                <a:cs typeface="Arial"/>
              </a:defRPr>
            </a:lvl9pPr>
          </a:lstStyle>
          <a:p xmlns:a="http://schemas.openxmlformats.org/drawingml/2006/main">
            <a:pPr>
              <a:defRPr sz="1200" b="0">
                <a:solidFill>
                  <a:srgbClr val="5B6370"/>
                </a:solidFill>
                <a:latin typeface="Arial"/>
                <a:ea typeface="Arial"/>
                <a:cs typeface="Arial"/>
              </a:defRPr>
            </a:pPr>
            <a:r>
              <a:rPr sz="1200" b="0">
                <a:solidFill>
                  <a:srgbClr val="5B6370"/>
                </a:solidFill>
                <a:latin typeface="Arial"/>
                <a:ea typeface="Arial"/>
                <a:cs typeface="Arial"/>
              </a:rPr>
              <a:t>04 / 07</a:t>
            </a:r>
          </a:p>
        </p:txBody>
      </p:sp>
      <p:graphicFrame>
        <p:nvGraphicFramePr>
          <p:cNvPr id="5" name="">
            <a:extLst xmlns:a="http://schemas.openxmlformats.org/drawingml/2006/main">
              <a:ext uri="{FF2B5EF4-FFF2-40B4-BE49-F238E27FC236}">
                <a16:creationId xmlns:a16="http://schemas.microsoft.com/office/drawing/2014/main" id="{DB923091-1E7C-45DD-84EE-709F49B4A742}"/>
              </a:ext>
            </a:extLst>
          </p:cNvPr>
          <p:cNvGraphicFramePr/>
          <p:nvPr/>
        </p:nvGraphicFramePr>
        <p:xfrm>
          <a:off xmlns:a="http://schemas.openxmlformats.org/drawingml/2006/main" x="609600" y="2143125"/>
          <a:ext xmlns:a="http://schemas.openxmlformats.org/drawingml/2006/main" cx="10972800" cy="3162300"/>
        </p:xfrm>
        <a:graphic xmlns:a="http://schemas.openxmlformats.org/drawingml/2006/main">
          <a:graphicData uri="http://schemas.openxmlformats.org/drawingml/2006/table">
            <a:tbl>
              <a:tblPr firstRow="0" firstCol="0" bandRow="0"/>
              <a:tblGrid>
                <a:gridCol w="2771775"/>
                <a:gridCol w="1171575"/>
                <a:gridCol w="1171575"/>
                <a:gridCol w="1171575"/>
                <a:gridCol w="1171575"/>
                <a:gridCol w="1171575"/>
                <a:gridCol w="1171575"/>
                <a:gridCol w="1171575"/>
              </a:tblGrid>
              <a:tr h="451757">
                <a:tc>
                  <a:txBody>
                    <a:bodyPr lIns="133350" tIns="123825" rIns="114300" bIns="95250"/>
                    <a:lstStyle/>
                    <a:p>
                      <a:pPr algn="l"/>
                      <a:r>
                        <a:rPr sz="1725" b="1">
                          <a:solidFill>
                            <a:srgbClr val="FFFFFF"/>
                          </a:solidFill>
                          <a:latin typeface="Arial"/>
                          <a:ea typeface="Arial"/>
                          <a:cs typeface="Arial"/>
                        </a:rPr>
                        <a:t>Categoría</a:t>
                      </a:r>
                    </a:p>
                  </a:txBody>
                  <a:tcPr marL="91440" marR="91440" marT="45720" marB="45720" anchor="ctr">
                    <a:lnL w="0">
                      <a:solidFill>
                        <a:srgbClr val="FFFFFF"/>
                      </a:solidFill>
                    </a:lnL>
                    <a:lnR w="0">
                      <a:solidFill>
                        <a:srgbClr val="FFFFFF"/>
                      </a:solidFill>
                    </a:lnR>
                    <a:lnT w="0">
                      <a:solidFill>
                        <a:srgbClr val="FFFFFF"/>
                      </a:solidFill>
                    </a:lnT>
                    <a:lnB w="0">
                      <a:solidFill>
                        <a:srgbClr val="FFFFFF"/>
                      </a:solidFill>
                    </a:lnB>
                    <a:solidFill>
                      <a:srgbClr val="202D40"/>
                    </a:solidFill>
                  </a:tcPr>
                </a:tc>
                <a:tc>
                  <a:txBody>
                    <a:bodyPr lIns="133350" tIns="123825" rIns="114300" bIns="95250"/>
                    <a:lstStyle/>
                    <a:p>
                      <a:pPr algn="r"/>
                      <a:r>
                        <a:rPr sz="1725" b="1">
                          <a:solidFill>
                            <a:srgbClr val="FFFFFF"/>
                          </a:solidFill>
                          <a:latin typeface="Arial"/>
                          <a:ea typeface="Arial"/>
                          <a:cs typeface="Arial"/>
                        </a:rPr>
                        <a:t>Lun</a:t>
                      </a:r>
                    </a:p>
                  </a:txBody>
                  <a:tcPr marL="91440" marR="91440" marT="45720" marB="45720" anchor="ctr">
                    <a:lnR w="0">
                      <a:solidFill>
                        <a:srgbClr val="FFFFFF"/>
                      </a:solidFill>
                    </a:lnR>
                    <a:lnT w="0">
                      <a:solidFill>
                        <a:srgbClr val="FFFFFF"/>
                      </a:solidFill>
                    </a:lnT>
                    <a:lnB w="0">
                      <a:solidFill>
                        <a:srgbClr val="FFFFFF"/>
                      </a:solidFill>
                    </a:lnB>
                    <a:solidFill>
                      <a:srgbClr val="202D40"/>
                    </a:solidFill>
                  </a:tcPr>
                </a:tc>
                <a:tc>
                  <a:txBody>
                    <a:bodyPr lIns="133350" tIns="123825" rIns="114300" bIns="95250"/>
                    <a:lstStyle/>
                    <a:p>
                      <a:pPr algn="r"/>
                      <a:r>
                        <a:rPr sz="1725" b="1">
                          <a:solidFill>
                            <a:srgbClr val="FFFFFF"/>
                          </a:solidFill>
                          <a:latin typeface="Arial"/>
                          <a:ea typeface="Arial"/>
                          <a:cs typeface="Arial"/>
                        </a:rPr>
                        <a:t>Mar</a:t>
                      </a:r>
                    </a:p>
                  </a:txBody>
                  <a:tcPr marL="91440" marR="91440" marT="45720" marB="45720" anchor="ctr">
                    <a:lnR w="0">
                      <a:solidFill>
                        <a:srgbClr val="FFFFFF"/>
                      </a:solidFill>
                    </a:lnR>
                    <a:lnT w="0">
                      <a:solidFill>
                        <a:srgbClr val="FFFFFF"/>
                      </a:solidFill>
                    </a:lnT>
                    <a:lnB w="0">
                      <a:solidFill>
                        <a:srgbClr val="FFFFFF"/>
                      </a:solidFill>
                    </a:lnB>
                    <a:solidFill>
                      <a:srgbClr val="202D40"/>
                    </a:solidFill>
                  </a:tcPr>
                </a:tc>
                <a:tc>
                  <a:txBody>
                    <a:bodyPr lIns="133350" tIns="123825" rIns="114300" bIns="95250"/>
                    <a:lstStyle/>
                    <a:p>
                      <a:pPr algn="r"/>
                      <a:r>
                        <a:rPr sz="1725" b="1">
                          <a:solidFill>
                            <a:srgbClr val="FFFFFF"/>
                          </a:solidFill>
                          <a:latin typeface="Arial"/>
                          <a:ea typeface="Arial"/>
                          <a:cs typeface="Arial"/>
                        </a:rPr>
                        <a:t>Mié</a:t>
                      </a:r>
                    </a:p>
                  </a:txBody>
                  <a:tcPr marL="91440" marR="91440" marT="45720" marB="45720" anchor="ctr">
                    <a:lnR w="0">
                      <a:solidFill>
                        <a:srgbClr val="FFFFFF"/>
                      </a:solidFill>
                    </a:lnR>
                    <a:lnT w="0">
                      <a:solidFill>
                        <a:srgbClr val="FFFFFF"/>
                      </a:solidFill>
                    </a:lnT>
                    <a:lnB w="0">
                      <a:solidFill>
                        <a:srgbClr val="FFFFFF"/>
                      </a:solidFill>
                    </a:lnB>
                    <a:solidFill>
                      <a:srgbClr val="202D40"/>
                    </a:solidFill>
                  </a:tcPr>
                </a:tc>
                <a:tc>
                  <a:txBody>
                    <a:bodyPr lIns="133350" tIns="123825" rIns="114300" bIns="95250"/>
                    <a:lstStyle/>
                    <a:p>
                      <a:pPr algn="r"/>
                      <a:r>
                        <a:rPr sz="1725" b="1">
                          <a:solidFill>
                            <a:srgbClr val="FFFFFF"/>
                          </a:solidFill>
                          <a:latin typeface="Arial"/>
                          <a:ea typeface="Arial"/>
                          <a:cs typeface="Arial"/>
                        </a:rPr>
                        <a:t>Jue</a:t>
                      </a:r>
                    </a:p>
                  </a:txBody>
                  <a:tcPr marL="91440" marR="91440" marT="45720" marB="45720" anchor="ctr">
                    <a:lnR w="0">
                      <a:solidFill>
                        <a:srgbClr val="FFFFFF"/>
                      </a:solidFill>
                    </a:lnR>
                    <a:lnT w="0">
                      <a:solidFill>
                        <a:srgbClr val="FFFFFF"/>
                      </a:solidFill>
                    </a:lnT>
                    <a:lnB w="0">
                      <a:solidFill>
                        <a:srgbClr val="FFFFFF"/>
                      </a:solidFill>
                    </a:lnB>
                    <a:solidFill>
                      <a:srgbClr val="202D40"/>
                    </a:solidFill>
                  </a:tcPr>
                </a:tc>
                <a:tc>
                  <a:txBody>
                    <a:bodyPr lIns="133350" tIns="123825" rIns="114300" bIns="95250"/>
                    <a:lstStyle/>
                    <a:p>
                      <a:pPr algn="r"/>
                      <a:r>
                        <a:rPr sz="1725" b="1">
                          <a:solidFill>
                            <a:srgbClr val="FFFFFF"/>
                          </a:solidFill>
                          <a:latin typeface="Arial"/>
                          <a:ea typeface="Arial"/>
                          <a:cs typeface="Arial"/>
                        </a:rPr>
                        <a:t>Vie</a:t>
                      </a:r>
                    </a:p>
                  </a:txBody>
                  <a:tcPr marL="91440" marR="91440" marT="45720" marB="45720" anchor="ctr">
                    <a:lnR w="0">
                      <a:solidFill>
                        <a:srgbClr val="FFFFFF"/>
                      </a:solidFill>
                    </a:lnR>
                    <a:lnT w="0">
                      <a:solidFill>
                        <a:srgbClr val="FFFFFF"/>
                      </a:solidFill>
                    </a:lnT>
                    <a:lnB w="0">
                      <a:solidFill>
                        <a:srgbClr val="FFFFFF"/>
                      </a:solidFill>
                    </a:lnB>
                    <a:solidFill>
                      <a:srgbClr val="202D40"/>
                    </a:solidFill>
                  </a:tcPr>
                </a:tc>
                <a:tc>
                  <a:txBody>
                    <a:bodyPr lIns="133350" tIns="123825" rIns="114300" bIns="95250"/>
                    <a:lstStyle/>
                    <a:p>
                      <a:pPr algn="r"/>
                      <a:r>
                        <a:rPr sz="1725" b="1">
                          <a:solidFill>
                            <a:srgbClr val="FFFFFF"/>
                          </a:solidFill>
                          <a:latin typeface="Arial"/>
                          <a:ea typeface="Arial"/>
                          <a:cs typeface="Arial"/>
                        </a:rPr>
                        <a:t>Sáb</a:t>
                      </a:r>
                    </a:p>
                  </a:txBody>
                  <a:tcPr marL="91440" marR="91440" marT="45720" marB="45720" anchor="ctr">
                    <a:lnR w="0">
                      <a:solidFill>
                        <a:srgbClr val="FFFFFF"/>
                      </a:solidFill>
                    </a:lnR>
                    <a:lnT w="0">
                      <a:solidFill>
                        <a:srgbClr val="FFFFFF"/>
                      </a:solidFill>
                    </a:lnT>
                    <a:lnB w="0">
                      <a:solidFill>
                        <a:srgbClr val="FFFFFF"/>
                      </a:solidFill>
                    </a:lnB>
                    <a:solidFill>
                      <a:srgbClr val="202D40"/>
                    </a:solidFill>
                  </a:tcPr>
                </a:tc>
                <a:tc>
                  <a:txBody>
                    <a:bodyPr lIns="133350" tIns="123825" rIns="114300" bIns="95250"/>
                    <a:lstStyle/>
                    <a:p>
                      <a:pPr algn="r"/>
                      <a:r>
                        <a:rPr sz="1725" b="1">
                          <a:solidFill>
                            <a:srgbClr val="FFFFFF"/>
                          </a:solidFill>
                          <a:latin typeface="Arial"/>
                          <a:ea typeface="Arial"/>
                          <a:cs typeface="Arial"/>
                        </a:rPr>
                        <a:t>Dom</a:t>
                      </a:r>
                    </a:p>
                  </a:txBody>
                  <a:tcPr marL="91440" marR="91440" marT="45720" marB="45720" anchor="ctr">
                    <a:lnR w="0">
                      <a:solidFill>
                        <a:srgbClr val="FFFFFF"/>
                      </a:solidFill>
                    </a:lnR>
                    <a:lnT w="0">
                      <a:solidFill>
                        <a:srgbClr val="FFFFFF"/>
                      </a:solidFill>
                    </a:lnT>
                    <a:lnB w="0">
                      <a:solidFill>
                        <a:srgbClr val="FFFFFF"/>
                      </a:solidFill>
                    </a:lnB>
                    <a:solidFill>
                      <a:srgbClr val="202D40"/>
                    </a:solidFill>
                  </a:tcPr>
                </a:tc>
              </a:tr>
              <a:tr h="451757">
                <a:tc>
                  <a:txBody>
                    <a:bodyPr lIns="133350" tIns="123825" rIns="114300" bIns="95250"/>
                    <a:lstStyle/>
                    <a:p>
                      <a:pPr algn="l"/>
                      <a:r>
                        <a:rPr sz="1875" b="0">
                          <a:solidFill>
                            <a:srgbClr val="202D40"/>
                          </a:solidFill>
                          <a:latin typeface="Arial"/>
                          <a:ea typeface="Arial"/>
                          <a:cs typeface="Arial"/>
                        </a:rPr>
                        <a:t>Bebidas</a:t>
                      </a:r>
                    </a:p>
                  </a:txBody>
                  <a:tcPr marL="91440" marR="91440" marT="45720" marB="45720" anchor="ctr">
                    <a:lnL w="0">
                      <a:solidFill>
                        <a:srgbClr val="FFFFFF"/>
                      </a:solidFill>
                    </a:lnL>
                    <a:lnR w="0">
                      <a:solidFill>
                        <a:srgbClr val="FFFFFF"/>
                      </a:solidFill>
                    </a:lnR>
                    <a:lnB w="0">
                      <a:solidFill>
                        <a:srgbClr val="FFFFFF"/>
                      </a:solidFill>
                    </a:lnB>
                    <a:solidFill>
                      <a:srgbClr val="F7F2F0"/>
                    </a:solidFill>
                  </a:tcPr>
                </a:tc>
                <a:tc>
                  <a:txBody>
                    <a:bodyPr lIns="85725" tIns="85725" rIns="85725" bIns="85725"/>
                    <a:lstStyle/>
                    <a:p>
                      <a:pPr algn="ctr"/>
                      <a:r>
                        <a:rPr sz="1875" b="0">
                          <a:solidFill>
                            <a:srgbClr val="5B6370"/>
                          </a:solidFill>
                          <a:latin typeface="Arial"/>
                          <a:ea typeface="Arial"/>
                          <a:cs typeface="Arial"/>
                        </a:rPr>
                        <a:t>88</a:t>
                      </a:r>
                    </a:p>
                  </a:txBody>
                  <a:tcPr marL="91440" marR="91440" marT="45720" marB="45720" anchor="ctr">
                    <a:lnR w="0">
                      <a:solidFill>
                        <a:srgbClr val="FFFFFF"/>
                      </a:solidFill>
                    </a:lnR>
                    <a:lnB w="0">
                      <a:solidFill>
                        <a:srgbClr val="FFFFFF"/>
                      </a:solidFill>
                    </a:lnB>
                    <a:solidFill>
                      <a:srgbClr val="F7F2F0"/>
                    </a:solidFill>
                  </a:tcPr>
                </a:tc>
                <a:tc>
                  <a:txBody>
                    <a:bodyPr lIns="85725" tIns="85725" rIns="85725" bIns="85725"/>
                    <a:lstStyle/>
                    <a:p>
                      <a:pPr algn="ctr"/>
                      <a:r>
                        <a:rPr sz="1875" b="0">
                          <a:solidFill>
                            <a:srgbClr val="5B6370"/>
                          </a:solidFill>
                          <a:latin typeface="Arial"/>
                          <a:ea typeface="Arial"/>
                          <a:cs typeface="Arial"/>
                        </a:rPr>
                        <a:t>77</a:t>
                      </a:r>
                    </a:p>
                  </a:txBody>
                  <a:tcPr marL="91440" marR="91440" marT="45720" marB="45720" anchor="ctr">
                    <a:lnR w="0">
                      <a:solidFill>
                        <a:srgbClr val="FFFFFF"/>
                      </a:solidFill>
                    </a:lnR>
                    <a:lnB w="0">
                      <a:solidFill>
                        <a:srgbClr val="FFFFFF"/>
                      </a:solidFill>
                    </a:lnB>
                    <a:solidFill>
                      <a:srgbClr val="F7F2F0"/>
                    </a:solidFill>
                  </a:tcPr>
                </a:tc>
                <a:tc>
                  <a:txBody>
                    <a:bodyPr lIns="85725" tIns="85725" rIns="85725" bIns="85725"/>
                    <a:lstStyle/>
                    <a:p>
                      <a:pPr algn="ctr"/>
                      <a:r>
                        <a:rPr sz="1875" b="0">
                          <a:solidFill>
                            <a:srgbClr val="5B6370"/>
                          </a:solidFill>
                          <a:latin typeface="Arial"/>
                          <a:ea typeface="Arial"/>
                          <a:cs typeface="Arial"/>
                        </a:rPr>
                        <a:t>82</a:t>
                      </a:r>
                    </a:p>
                  </a:txBody>
                  <a:tcPr marL="91440" marR="91440" marT="45720" marB="45720" anchor="ctr">
                    <a:lnR w="0">
                      <a:solidFill>
                        <a:srgbClr val="FFFFFF"/>
                      </a:solidFill>
                    </a:lnR>
                    <a:lnB w="0">
                      <a:solidFill>
                        <a:srgbClr val="FFFFFF"/>
                      </a:solidFill>
                    </a:lnB>
                    <a:solidFill>
                      <a:srgbClr val="F7F2F0"/>
                    </a:solidFill>
                  </a:tcPr>
                </a:tc>
                <a:tc>
                  <a:txBody>
                    <a:bodyPr lIns="85725" tIns="85725" rIns="85725" bIns="85725"/>
                    <a:lstStyle/>
                    <a:p>
                      <a:pPr algn="ctr"/>
                      <a:r>
                        <a:rPr sz="1875" b="0">
                          <a:solidFill>
                            <a:srgbClr val="5B6370"/>
                          </a:solidFill>
                          <a:latin typeface="Arial"/>
                          <a:ea typeface="Arial"/>
                          <a:cs typeface="Arial"/>
                        </a:rPr>
                        <a:t>72</a:t>
                      </a:r>
                    </a:p>
                  </a:txBody>
                  <a:tcPr marL="91440" marR="91440" marT="45720" marB="45720" anchor="ctr">
                    <a:lnR w="0">
                      <a:solidFill>
                        <a:srgbClr val="FFFFFF"/>
                      </a:solidFill>
                    </a:lnR>
                    <a:lnB w="0">
                      <a:solidFill>
                        <a:srgbClr val="FFFFFF"/>
                      </a:solidFill>
                    </a:lnB>
                    <a:solidFill>
                      <a:srgbClr val="F7F2F0"/>
                    </a:solidFill>
                  </a:tcPr>
                </a:tc>
                <a:tc>
                  <a:txBody>
                    <a:bodyPr lIns="85725" tIns="85725" rIns="85725" bIns="85725"/>
                    <a:lstStyle/>
                    <a:p>
                      <a:pPr algn="ctr"/>
                      <a:r>
                        <a:rPr sz="1875" b="0">
                          <a:solidFill>
                            <a:srgbClr val="5B6370"/>
                          </a:solidFill>
                          <a:latin typeface="Arial"/>
                          <a:ea typeface="Arial"/>
                          <a:cs typeface="Arial"/>
                        </a:rPr>
                        <a:t>95</a:t>
                      </a:r>
                    </a:p>
                  </a:txBody>
                  <a:tcPr marL="91440" marR="91440" marT="45720" marB="45720" anchor="ctr">
                    <a:lnR w="0">
                      <a:solidFill>
                        <a:srgbClr val="FFFFFF"/>
                      </a:solidFill>
                    </a:lnR>
                    <a:lnB w="0">
                      <a:solidFill>
                        <a:srgbClr val="FFFFFF"/>
                      </a:solidFill>
                    </a:lnB>
                    <a:solidFill>
                      <a:srgbClr val="F7F2F0"/>
                    </a:solidFill>
                  </a:tcPr>
                </a:tc>
                <a:tc>
                  <a:txBody>
                    <a:bodyPr lIns="85725" tIns="85725" rIns="85725" bIns="85725"/>
                    <a:lstStyle/>
                    <a:p>
                      <a:pPr algn="ctr"/>
                      <a:r>
                        <a:rPr sz="1875" b="0">
                          <a:solidFill>
                            <a:srgbClr val="5B6370"/>
                          </a:solidFill>
                          <a:latin typeface="Arial"/>
                          <a:ea typeface="Arial"/>
                          <a:cs typeface="Arial"/>
                        </a:rPr>
                        <a:t>141</a:t>
                      </a:r>
                    </a:p>
                  </a:txBody>
                  <a:tcPr marL="91440" marR="91440" marT="45720" marB="45720" anchor="ctr">
                    <a:lnR w="0">
                      <a:solidFill>
                        <a:srgbClr val="FFFFFF"/>
                      </a:solidFill>
                    </a:lnR>
                    <a:lnB w="0">
                      <a:solidFill>
                        <a:srgbClr val="FFFFFF"/>
                      </a:solidFill>
                    </a:lnB>
                    <a:solidFill>
                      <a:srgbClr val="F7F2F0"/>
                    </a:solidFill>
                  </a:tcPr>
                </a:tc>
                <a:tc>
                  <a:txBody>
                    <a:bodyPr lIns="85725" tIns="85725" rIns="85725" bIns="85725"/>
                    <a:lstStyle/>
                    <a:p>
                      <a:pPr algn="ctr"/>
                      <a:r>
                        <a:rPr sz="1875" b="1">
                          <a:solidFill>
                            <a:srgbClr val="FFFFFF"/>
                          </a:solidFill>
                          <a:latin typeface="Arial"/>
                          <a:ea typeface="Arial"/>
                          <a:cs typeface="Arial"/>
                        </a:rPr>
                        <a:t>147</a:t>
                      </a:r>
                    </a:p>
                  </a:txBody>
                  <a:tcPr marL="91440" marR="91440" marT="45720" marB="45720" anchor="ctr">
                    <a:lnR w="0">
                      <a:solidFill>
                        <a:srgbClr val="FFFFFF"/>
                      </a:solidFill>
                    </a:lnR>
                    <a:lnB w="0">
                      <a:solidFill>
                        <a:srgbClr val="FFFFFF"/>
                      </a:solidFill>
                    </a:lnB>
                    <a:solidFill>
                      <a:srgbClr val="B91C35"/>
                    </a:solidFill>
                  </a:tcPr>
                </a:tc>
              </a:tr>
              <a:tr h="451757">
                <a:tc>
                  <a:txBody>
                    <a:bodyPr lIns="133350" tIns="123825" rIns="114300" bIns="95250"/>
                    <a:lstStyle/>
                    <a:p>
                      <a:pPr algn="l"/>
                      <a:r>
                        <a:rPr sz="1875" b="0">
                          <a:solidFill>
                            <a:srgbClr val="202D40"/>
                          </a:solidFill>
                          <a:latin typeface="Arial"/>
                          <a:ea typeface="Arial"/>
                          <a:cs typeface="Arial"/>
                        </a:rPr>
                        <a:t>Frutas y verduras</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85725" tIns="85725" rIns="85725" bIns="85725"/>
                    <a:lstStyle/>
                    <a:p>
                      <a:pPr algn="ctr"/>
                      <a:r>
                        <a:rPr sz="1875" b="0">
                          <a:solidFill>
                            <a:srgbClr val="5B6370"/>
                          </a:solidFill>
                          <a:latin typeface="Arial"/>
                          <a:ea typeface="Arial"/>
                          <a:cs typeface="Arial"/>
                        </a:rPr>
                        <a:t>88</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pPr algn="ctr"/>
                      <a:r>
                        <a:rPr sz="1875" b="0">
                          <a:solidFill>
                            <a:srgbClr val="5B6370"/>
                          </a:solidFill>
                          <a:latin typeface="Arial"/>
                          <a:ea typeface="Arial"/>
                          <a:cs typeface="Arial"/>
                        </a:rPr>
                        <a:t>74</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pPr algn="ctr"/>
                      <a:r>
                        <a:rPr sz="1875" b="0">
                          <a:solidFill>
                            <a:srgbClr val="5B6370"/>
                          </a:solidFill>
                          <a:latin typeface="Arial"/>
                          <a:ea typeface="Arial"/>
                          <a:cs typeface="Arial"/>
                        </a:rPr>
                        <a:t>129</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pPr algn="ctr"/>
                      <a:r>
                        <a:rPr sz="1875" b="0">
                          <a:solidFill>
                            <a:srgbClr val="5B6370"/>
                          </a:solidFill>
                          <a:latin typeface="Arial"/>
                          <a:ea typeface="Arial"/>
                          <a:cs typeface="Arial"/>
                        </a:rPr>
                        <a:t>69</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pPr algn="ctr"/>
                      <a:r>
                        <a:rPr sz="1875" b="0">
                          <a:solidFill>
                            <a:srgbClr val="5B6370"/>
                          </a:solidFill>
                          <a:latin typeface="Arial"/>
                          <a:ea typeface="Arial"/>
                          <a:cs typeface="Arial"/>
                        </a:rPr>
                        <a:t>90</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pPr algn="ctr"/>
                      <a:r>
                        <a:rPr sz="1875" b="0">
                          <a:solidFill>
                            <a:srgbClr val="5B6370"/>
                          </a:solidFill>
                          <a:latin typeface="Arial"/>
                          <a:ea typeface="Arial"/>
                          <a:cs typeface="Arial"/>
                        </a:rPr>
                        <a:t>117</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pPr algn="ctr"/>
                      <a:r>
                        <a:rPr sz="1875" b="1">
                          <a:solidFill>
                            <a:srgbClr val="FFFFFF"/>
                          </a:solidFill>
                          <a:latin typeface="Arial"/>
                          <a:ea typeface="Arial"/>
                          <a:cs typeface="Arial"/>
                        </a:rPr>
                        <a:t>132</a:t>
                      </a:r>
                    </a:p>
                  </a:txBody>
                  <a:tcPr marL="91440" marR="91440" marT="45720" marB="45720" anchor="ctr">
                    <a:lnR w="0">
                      <a:solidFill>
                        <a:srgbClr val="FFFFFF"/>
                      </a:solidFill>
                    </a:lnR>
                    <a:lnB w="0">
                      <a:solidFill>
                        <a:srgbClr val="FFFFFF"/>
                      </a:solidFill>
                    </a:lnB>
                    <a:solidFill>
                      <a:srgbClr val="B91C35"/>
                    </a:solidFill>
                  </a:tcPr>
                </a:tc>
              </a:tr>
              <a:tr h="451757">
                <a:tc>
                  <a:txBody>
                    <a:bodyPr lIns="133350" tIns="123825" rIns="114300" bIns="95250"/>
                    <a:lstStyle/>
                    <a:p>
                      <a:pPr algn="l"/>
                      <a:r>
                        <a:rPr sz="1875" b="0">
                          <a:solidFill>
                            <a:srgbClr val="202D40"/>
                          </a:solidFill>
                          <a:latin typeface="Arial"/>
                          <a:ea typeface="Arial"/>
                          <a:cs typeface="Arial"/>
                        </a:rPr>
                        <a:t>Lácteos</a:t>
                      </a:r>
                    </a:p>
                  </a:txBody>
                  <a:tcPr marL="91440" marR="91440" marT="45720" marB="45720" anchor="ctr">
                    <a:lnL w="0">
                      <a:solidFill>
                        <a:srgbClr val="FFFFFF"/>
                      </a:solidFill>
                    </a:lnL>
                    <a:lnR w="0">
                      <a:solidFill>
                        <a:srgbClr val="FFFFFF"/>
                      </a:solidFill>
                    </a:lnR>
                    <a:lnB w="0">
                      <a:solidFill>
                        <a:srgbClr val="FFFFFF"/>
                      </a:solidFill>
                    </a:lnB>
                    <a:solidFill>
                      <a:srgbClr val="F7F2F0"/>
                    </a:solidFill>
                  </a:tcPr>
                </a:tc>
                <a:tc>
                  <a:txBody>
                    <a:bodyPr lIns="85725" tIns="85725" rIns="85725" bIns="85725"/>
                    <a:lstStyle/>
                    <a:p>
                      <a:pPr algn="ctr"/>
                      <a:r>
                        <a:rPr sz="1875" b="0">
                          <a:solidFill>
                            <a:srgbClr val="5B6370"/>
                          </a:solidFill>
                          <a:latin typeface="Arial"/>
                          <a:ea typeface="Arial"/>
                          <a:cs typeface="Arial"/>
                        </a:rPr>
                        <a:t>89</a:t>
                      </a:r>
                    </a:p>
                  </a:txBody>
                  <a:tcPr marL="91440" marR="91440" marT="45720" marB="45720" anchor="ctr">
                    <a:lnR w="0">
                      <a:solidFill>
                        <a:srgbClr val="FFFFFF"/>
                      </a:solidFill>
                    </a:lnR>
                    <a:lnB w="0">
                      <a:solidFill>
                        <a:srgbClr val="FFFFFF"/>
                      </a:solidFill>
                    </a:lnB>
                    <a:solidFill>
                      <a:srgbClr val="F7F2F0"/>
                    </a:solidFill>
                  </a:tcPr>
                </a:tc>
                <a:tc>
                  <a:txBody>
                    <a:bodyPr lIns="85725" tIns="85725" rIns="85725" bIns="85725"/>
                    <a:lstStyle/>
                    <a:p>
                      <a:pPr algn="ctr"/>
                      <a:r>
                        <a:rPr sz="1875" b="0">
                          <a:solidFill>
                            <a:srgbClr val="5B6370"/>
                          </a:solidFill>
                          <a:latin typeface="Arial"/>
                          <a:ea typeface="Arial"/>
                          <a:cs typeface="Arial"/>
                        </a:rPr>
                        <a:t>77</a:t>
                      </a:r>
                    </a:p>
                  </a:txBody>
                  <a:tcPr marL="91440" marR="91440" marT="45720" marB="45720" anchor="ctr">
                    <a:lnR w="0">
                      <a:solidFill>
                        <a:srgbClr val="FFFFFF"/>
                      </a:solidFill>
                    </a:lnR>
                    <a:lnB w="0">
                      <a:solidFill>
                        <a:srgbClr val="FFFFFF"/>
                      </a:solidFill>
                    </a:lnB>
                    <a:solidFill>
                      <a:srgbClr val="F7F2F0"/>
                    </a:solidFill>
                  </a:tcPr>
                </a:tc>
                <a:tc>
                  <a:txBody>
                    <a:bodyPr lIns="85725" tIns="85725" rIns="85725" bIns="85725"/>
                    <a:lstStyle/>
                    <a:p>
                      <a:pPr algn="ctr"/>
                      <a:r>
                        <a:rPr sz="1875" b="0">
                          <a:solidFill>
                            <a:srgbClr val="5B6370"/>
                          </a:solidFill>
                          <a:latin typeface="Arial"/>
                          <a:ea typeface="Arial"/>
                          <a:cs typeface="Arial"/>
                        </a:rPr>
                        <a:t>90</a:t>
                      </a:r>
                    </a:p>
                  </a:txBody>
                  <a:tcPr marL="91440" marR="91440" marT="45720" marB="45720" anchor="ctr">
                    <a:lnR w="0">
                      <a:solidFill>
                        <a:srgbClr val="FFFFFF"/>
                      </a:solidFill>
                    </a:lnR>
                    <a:lnB w="0">
                      <a:solidFill>
                        <a:srgbClr val="FFFFFF"/>
                      </a:solidFill>
                    </a:lnB>
                    <a:solidFill>
                      <a:srgbClr val="F7F2F0"/>
                    </a:solidFill>
                  </a:tcPr>
                </a:tc>
                <a:tc>
                  <a:txBody>
                    <a:bodyPr lIns="85725" tIns="85725" rIns="85725" bIns="85725"/>
                    <a:lstStyle/>
                    <a:p>
                      <a:pPr algn="ctr"/>
                      <a:r>
                        <a:rPr sz="1875" b="0">
                          <a:solidFill>
                            <a:srgbClr val="5B6370"/>
                          </a:solidFill>
                          <a:latin typeface="Arial"/>
                          <a:ea typeface="Arial"/>
                          <a:cs typeface="Arial"/>
                        </a:rPr>
                        <a:t>72</a:t>
                      </a:r>
                    </a:p>
                  </a:txBody>
                  <a:tcPr marL="91440" marR="91440" marT="45720" marB="45720" anchor="ctr">
                    <a:lnR w="0">
                      <a:solidFill>
                        <a:srgbClr val="FFFFFF"/>
                      </a:solidFill>
                    </a:lnR>
                    <a:lnB w="0">
                      <a:solidFill>
                        <a:srgbClr val="FFFFFF"/>
                      </a:solidFill>
                    </a:lnB>
                    <a:solidFill>
                      <a:srgbClr val="F7F2F0"/>
                    </a:solidFill>
                  </a:tcPr>
                </a:tc>
                <a:tc>
                  <a:txBody>
                    <a:bodyPr lIns="85725" tIns="85725" rIns="85725" bIns="85725"/>
                    <a:lstStyle/>
                    <a:p>
                      <a:pPr algn="ctr"/>
                      <a:r>
                        <a:rPr sz="1875" b="0">
                          <a:solidFill>
                            <a:srgbClr val="5B6370"/>
                          </a:solidFill>
                          <a:latin typeface="Arial"/>
                          <a:ea typeface="Arial"/>
                          <a:cs typeface="Arial"/>
                        </a:rPr>
                        <a:t>101</a:t>
                      </a:r>
                    </a:p>
                  </a:txBody>
                  <a:tcPr marL="91440" marR="91440" marT="45720" marB="45720" anchor="ctr">
                    <a:lnR w="0">
                      <a:solidFill>
                        <a:srgbClr val="FFFFFF"/>
                      </a:solidFill>
                    </a:lnR>
                    <a:lnB w="0">
                      <a:solidFill>
                        <a:srgbClr val="FFFFFF"/>
                      </a:solidFill>
                    </a:lnB>
                    <a:solidFill>
                      <a:srgbClr val="F7F2F0"/>
                    </a:solidFill>
                  </a:tcPr>
                </a:tc>
                <a:tc>
                  <a:txBody>
                    <a:bodyPr lIns="85725" tIns="85725" rIns="85725" bIns="85725"/>
                    <a:lstStyle/>
                    <a:p>
                      <a:pPr algn="ctr"/>
                      <a:r>
                        <a:rPr sz="1875" b="0">
                          <a:solidFill>
                            <a:srgbClr val="5B6370"/>
                          </a:solidFill>
                          <a:latin typeface="Arial"/>
                          <a:ea typeface="Arial"/>
                          <a:cs typeface="Arial"/>
                        </a:rPr>
                        <a:t>130</a:t>
                      </a:r>
                    </a:p>
                  </a:txBody>
                  <a:tcPr marL="91440" marR="91440" marT="45720" marB="45720" anchor="ctr">
                    <a:lnR w="0">
                      <a:solidFill>
                        <a:srgbClr val="FFFFFF"/>
                      </a:solidFill>
                    </a:lnR>
                    <a:lnB w="0">
                      <a:solidFill>
                        <a:srgbClr val="FFFFFF"/>
                      </a:solidFill>
                    </a:lnB>
                    <a:solidFill>
                      <a:srgbClr val="F7F2F0"/>
                    </a:solidFill>
                  </a:tcPr>
                </a:tc>
                <a:tc>
                  <a:txBody>
                    <a:bodyPr lIns="85725" tIns="85725" rIns="85725" bIns="85725"/>
                    <a:lstStyle/>
                    <a:p>
                      <a:pPr algn="ctr"/>
                      <a:r>
                        <a:rPr sz="1875" b="1">
                          <a:solidFill>
                            <a:srgbClr val="FFFFFF"/>
                          </a:solidFill>
                          <a:latin typeface="Arial"/>
                          <a:ea typeface="Arial"/>
                          <a:cs typeface="Arial"/>
                        </a:rPr>
                        <a:t>141</a:t>
                      </a:r>
                    </a:p>
                  </a:txBody>
                  <a:tcPr marL="91440" marR="91440" marT="45720" marB="45720" anchor="ctr">
                    <a:lnR w="0">
                      <a:solidFill>
                        <a:srgbClr val="FFFFFF"/>
                      </a:solidFill>
                    </a:lnR>
                    <a:lnB w="0">
                      <a:solidFill>
                        <a:srgbClr val="FFFFFF"/>
                      </a:solidFill>
                    </a:lnB>
                    <a:solidFill>
                      <a:srgbClr val="B91C35"/>
                    </a:solidFill>
                  </a:tcPr>
                </a:tc>
              </a:tr>
              <a:tr h="451757">
                <a:tc>
                  <a:txBody>
                    <a:bodyPr lIns="133350" tIns="123825" rIns="114300" bIns="95250"/>
                    <a:lstStyle/>
                    <a:p>
                      <a:pPr algn="l"/>
                      <a:r>
                        <a:rPr sz="1875" b="0">
                          <a:solidFill>
                            <a:srgbClr val="202D40"/>
                          </a:solidFill>
                          <a:latin typeface="Arial"/>
                          <a:ea typeface="Arial"/>
                          <a:cs typeface="Arial"/>
                        </a:rPr>
                        <a:t>Limpieza</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85725" tIns="85725" rIns="85725" bIns="85725"/>
                    <a:lstStyle/>
                    <a:p>
                      <a:pPr algn="ctr"/>
                      <a:r>
                        <a:rPr sz="1875" b="0">
                          <a:solidFill>
                            <a:srgbClr val="5B6370"/>
                          </a:solidFill>
                          <a:latin typeface="Arial"/>
                          <a:ea typeface="Arial"/>
                          <a:cs typeface="Arial"/>
                        </a:rPr>
                        <a:t>93</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pPr algn="ctr"/>
                      <a:r>
                        <a:rPr sz="1875" b="0">
                          <a:solidFill>
                            <a:srgbClr val="5B6370"/>
                          </a:solidFill>
                          <a:latin typeface="Arial"/>
                          <a:ea typeface="Arial"/>
                          <a:cs typeface="Arial"/>
                        </a:rPr>
                        <a:t>84</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pPr algn="ctr"/>
                      <a:r>
                        <a:rPr sz="1875" b="0">
                          <a:solidFill>
                            <a:srgbClr val="5B6370"/>
                          </a:solidFill>
                          <a:latin typeface="Arial"/>
                          <a:ea typeface="Arial"/>
                          <a:cs typeface="Arial"/>
                        </a:rPr>
                        <a:t>99</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pPr algn="ctr"/>
                      <a:r>
                        <a:rPr sz="1875" b="0">
                          <a:solidFill>
                            <a:srgbClr val="5B6370"/>
                          </a:solidFill>
                          <a:latin typeface="Arial"/>
                          <a:ea typeface="Arial"/>
                          <a:cs typeface="Arial"/>
                        </a:rPr>
                        <a:t>75</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pPr algn="ctr"/>
                      <a:r>
                        <a:rPr sz="1875" b="0">
                          <a:solidFill>
                            <a:srgbClr val="5B6370"/>
                          </a:solidFill>
                          <a:latin typeface="Arial"/>
                          <a:ea typeface="Arial"/>
                          <a:cs typeface="Arial"/>
                        </a:rPr>
                        <a:t>95</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pPr algn="ctr"/>
                      <a:r>
                        <a:rPr sz="1875" b="0">
                          <a:solidFill>
                            <a:srgbClr val="5B6370"/>
                          </a:solidFill>
                          <a:latin typeface="Arial"/>
                          <a:ea typeface="Arial"/>
                          <a:cs typeface="Arial"/>
                        </a:rPr>
                        <a:t>122</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pPr algn="ctr"/>
                      <a:r>
                        <a:rPr sz="1875" b="1">
                          <a:solidFill>
                            <a:srgbClr val="FFFFFF"/>
                          </a:solidFill>
                          <a:latin typeface="Arial"/>
                          <a:ea typeface="Arial"/>
                          <a:cs typeface="Arial"/>
                        </a:rPr>
                        <a:t>132</a:t>
                      </a:r>
                    </a:p>
                  </a:txBody>
                  <a:tcPr marL="91440" marR="91440" marT="45720" marB="45720" anchor="ctr">
                    <a:lnR w="0">
                      <a:solidFill>
                        <a:srgbClr val="FFFFFF"/>
                      </a:solidFill>
                    </a:lnR>
                    <a:lnB w="0">
                      <a:solidFill>
                        <a:srgbClr val="FFFFFF"/>
                      </a:solidFill>
                    </a:lnB>
                    <a:solidFill>
                      <a:srgbClr val="B91C35"/>
                    </a:solidFill>
                  </a:tcPr>
                </a:tc>
              </a:tr>
              <a:tr h="451757">
                <a:tc>
                  <a:txBody>
                    <a:bodyPr lIns="133350" tIns="123825" rIns="114300" bIns="95250"/>
                    <a:lstStyle/>
                    <a:p>
                      <a:pPr algn="l"/>
                      <a:r>
                        <a:rPr sz="1875" b="0">
                          <a:solidFill>
                            <a:srgbClr val="202D40"/>
                          </a:solidFill>
                          <a:latin typeface="Arial"/>
                          <a:ea typeface="Arial"/>
                          <a:cs typeface="Arial"/>
                        </a:rPr>
                        <a:t>Panadería</a:t>
                      </a:r>
                    </a:p>
                  </a:txBody>
                  <a:tcPr marL="91440" marR="91440" marT="45720" marB="45720" anchor="ctr">
                    <a:lnL w="0">
                      <a:solidFill>
                        <a:srgbClr val="FFFFFF"/>
                      </a:solidFill>
                    </a:lnL>
                    <a:lnR w="0">
                      <a:solidFill>
                        <a:srgbClr val="FFFFFF"/>
                      </a:solidFill>
                    </a:lnR>
                    <a:lnB w="0">
                      <a:solidFill>
                        <a:srgbClr val="FFFFFF"/>
                      </a:solidFill>
                    </a:lnB>
                    <a:solidFill>
                      <a:srgbClr val="F7F2F0"/>
                    </a:solidFill>
                  </a:tcPr>
                </a:tc>
                <a:tc>
                  <a:txBody>
                    <a:bodyPr lIns="85725" tIns="85725" rIns="85725" bIns="85725"/>
                    <a:lstStyle/>
                    <a:p>
                      <a:pPr algn="ctr"/>
                      <a:r>
                        <a:rPr sz="1875" b="0">
                          <a:solidFill>
                            <a:srgbClr val="5B6370"/>
                          </a:solidFill>
                          <a:latin typeface="Arial"/>
                          <a:ea typeface="Arial"/>
                          <a:cs typeface="Arial"/>
                        </a:rPr>
                        <a:t>92</a:t>
                      </a:r>
                    </a:p>
                  </a:txBody>
                  <a:tcPr marL="91440" marR="91440" marT="45720" marB="45720" anchor="ctr">
                    <a:lnR w="0">
                      <a:solidFill>
                        <a:srgbClr val="FFFFFF"/>
                      </a:solidFill>
                    </a:lnR>
                    <a:lnB w="0">
                      <a:solidFill>
                        <a:srgbClr val="FFFFFF"/>
                      </a:solidFill>
                    </a:lnB>
                    <a:solidFill>
                      <a:srgbClr val="F7F2F0"/>
                    </a:solidFill>
                  </a:tcPr>
                </a:tc>
                <a:tc>
                  <a:txBody>
                    <a:bodyPr lIns="85725" tIns="85725" rIns="85725" bIns="85725"/>
                    <a:lstStyle/>
                    <a:p>
                      <a:pPr algn="ctr"/>
                      <a:r>
                        <a:rPr sz="1875" b="0">
                          <a:solidFill>
                            <a:srgbClr val="5B6370"/>
                          </a:solidFill>
                          <a:latin typeface="Arial"/>
                          <a:ea typeface="Arial"/>
                          <a:cs typeface="Arial"/>
                        </a:rPr>
                        <a:t>86</a:t>
                      </a:r>
                    </a:p>
                  </a:txBody>
                  <a:tcPr marL="91440" marR="91440" marT="45720" marB="45720" anchor="ctr">
                    <a:lnR w="0">
                      <a:solidFill>
                        <a:srgbClr val="FFFFFF"/>
                      </a:solidFill>
                    </a:lnR>
                    <a:lnB w="0">
                      <a:solidFill>
                        <a:srgbClr val="FFFFFF"/>
                      </a:solidFill>
                    </a:lnB>
                    <a:solidFill>
                      <a:srgbClr val="F7F2F0"/>
                    </a:solidFill>
                  </a:tcPr>
                </a:tc>
                <a:tc>
                  <a:txBody>
                    <a:bodyPr lIns="85725" tIns="85725" rIns="85725" bIns="85725"/>
                    <a:lstStyle/>
                    <a:p>
                      <a:pPr algn="ctr"/>
                      <a:r>
                        <a:rPr sz="1875" b="0">
                          <a:solidFill>
                            <a:srgbClr val="5B6370"/>
                          </a:solidFill>
                          <a:latin typeface="Arial"/>
                          <a:ea typeface="Arial"/>
                          <a:cs typeface="Arial"/>
                        </a:rPr>
                        <a:t>92</a:t>
                      </a:r>
                    </a:p>
                  </a:txBody>
                  <a:tcPr marL="91440" marR="91440" marT="45720" marB="45720" anchor="ctr">
                    <a:lnR w="0">
                      <a:solidFill>
                        <a:srgbClr val="FFFFFF"/>
                      </a:solidFill>
                    </a:lnR>
                    <a:lnB w="0">
                      <a:solidFill>
                        <a:srgbClr val="FFFFFF"/>
                      </a:solidFill>
                    </a:lnB>
                    <a:solidFill>
                      <a:srgbClr val="F7F2F0"/>
                    </a:solidFill>
                  </a:tcPr>
                </a:tc>
                <a:tc>
                  <a:txBody>
                    <a:bodyPr lIns="85725" tIns="85725" rIns="85725" bIns="85725"/>
                    <a:lstStyle/>
                    <a:p>
                      <a:pPr algn="ctr"/>
                      <a:r>
                        <a:rPr sz="1875" b="0">
                          <a:solidFill>
                            <a:srgbClr val="5B6370"/>
                          </a:solidFill>
                          <a:latin typeface="Arial"/>
                          <a:ea typeface="Arial"/>
                          <a:cs typeface="Arial"/>
                        </a:rPr>
                        <a:t>75</a:t>
                      </a:r>
                    </a:p>
                  </a:txBody>
                  <a:tcPr marL="91440" marR="91440" marT="45720" marB="45720" anchor="ctr">
                    <a:lnR w="0">
                      <a:solidFill>
                        <a:srgbClr val="FFFFFF"/>
                      </a:solidFill>
                    </a:lnR>
                    <a:lnB w="0">
                      <a:solidFill>
                        <a:srgbClr val="FFFFFF"/>
                      </a:solidFill>
                    </a:lnB>
                    <a:solidFill>
                      <a:srgbClr val="F7F2F0"/>
                    </a:solidFill>
                  </a:tcPr>
                </a:tc>
                <a:tc>
                  <a:txBody>
                    <a:bodyPr lIns="85725" tIns="85725" rIns="85725" bIns="85725"/>
                    <a:lstStyle/>
                    <a:p>
                      <a:pPr algn="ctr"/>
                      <a:r>
                        <a:rPr sz="1875" b="0">
                          <a:solidFill>
                            <a:srgbClr val="5B6370"/>
                          </a:solidFill>
                          <a:latin typeface="Arial"/>
                          <a:ea typeface="Arial"/>
                          <a:cs typeface="Arial"/>
                        </a:rPr>
                        <a:t>99</a:t>
                      </a:r>
                    </a:p>
                  </a:txBody>
                  <a:tcPr marL="91440" marR="91440" marT="45720" marB="45720" anchor="ctr">
                    <a:lnR w="0">
                      <a:solidFill>
                        <a:srgbClr val="FFFFFF"/>
                      </a:solidFill>
                    </a:lnR>
                    <a:lnB w="0">
                      <a:solidFill>
                        <a:srgbClr val="FFFFFF"/>
                      </a:solidFill>
                    </a:lnB>
                    <a:solidFill>
                      <a:srgbClr val="F7F2F0"/>
                    </a:solidFill>
                  </a:tcPr>
                </a:tc>
                <a:tc>
                  <a:txBody>
                    <a:bodyPr lIns="85725" tIns="85725" rIns="85725" bIns="85725"/>
                    <a:lstStyle/>
                    <a:p>
                      <a:pPr algn="ctr"/>
                      <a:r>
                        <a:rPr sz="1875" b="0">
                          <a:solidFill>
                            <a:srgbClr val="5B6370"/>
                          </a:solidFill>
                          <a:latin typeface="Arial"/>
                          <a:ea typeface="Arial"/>
                          <a:cs typeface="Arial"/>
                        </a:rPr>
                        <a:t>123</a:t>
                      </a:r>
                    </a:p>
                  </a:txBody>
                  <a:tcPr marL="91440" marR="91440" marT="45720" marB="45720" anchor="ctr">
                    <a:lnR w="0">
                      <a:solidFill>
                        <a:srgbClr val="FFFFFF"/>
                      </a:solidFill>
                    </a:lnR>
                    <a:lnB w="0">
                      <a:solidFill>
                        <a:srgbClr val="FFFFFF"/>
                      </a:solidFill>
                    </a:lnB>
                    <a:solidFill>
                      <a:srgbClr val="F7F2F0"/>
                    </a:solidFill>
                  </a:tcPr>
                </a:tc>
                <a:tc>
                  <a:txBody>
                    <a:bodyPr lIns="85725" tIns="85725" rIns="85725" bIns="85725"/>
                    <a:lstStyle/>
                    <a:p>
                      <a:pPr algn="ctr"/>
                      <a:r>
                        <a:rPr sz="1875" b="1">
                          <a:solidFill>
                            <a:srgbClr val="FFFFFF"/>
                          </a:solidFill>
                          <a:latin typeface="Arial"/>
                          <a:ea typeface="Arial"/>
                          <a:cs typeface="Arial"/>
                        </a:rPr>
                        <a:t>134</a:t>
                      </a:r>
                    </a:p>
                  </a:txBody>
                  <a:tcPr marL="91440" marR="91440" marT="45720" marB="45720" anchor="ctr">
                    <a:lnR w="0">
                      <a:solidFill>
                        <a:srgbClr val="FFFFFF"/>
                      </a:solidFill>
                    </a:lnR>
                    <a:lnB w="0">
                      <a:solidFill>
                        <a:srgbClr val="FFFFFF"/>
                      </a:solidFill>
                    </a:lnB>
                    <a:solidFill>
                      <a:srgbClr val="B91C35"/>
                    </a:solidFill>
                  </a:tcPr>
                </a:tc>
              </a:tr>
              <a:tr h="451757">
                <a:tc>
                  <a:txBody>
                    <a:bodyPr lIns="133350" tIns="123825" rIns="114300" bIns="95250"/>
                    <a:lstStyle/>
                    <a:p>
                      <a:pPr algn="l"/>
                      <a:r>
                        <a:rPr sz="1875" b="0">
                          <a:solidFill>
                            <a:srgbClr val="202D40"/>
                          </a:solidFill>
                          <a:latin typeface="Arial"/>
                          <a:ea typeface="Arial"/>
                          <a:cs typeface="Arial"/>
                        </a:rPr>
                        <a:t>Carnes</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85725" tIns="85725" rIns="85725" bIns="85725"/>
                    <a:lstStyle/>
                    <a:p>
                      <a:pPr algn="ctr"/>
                      <a:r>
                        <a:rPr sz="1875" b="0">
                          <a:solidFill>
                            <a:srgbClr val="5B6370"/>
                          </a:solidFill>
                          <a:latin typeface="Arial"/>
                          <a:ea typeface="Arial"/>
                          <a:cs typeface="Arial"/>
                        </a:rPr>
                        <a:t>78</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pPr algn="ctr"/>
                      <a:r>
                        <a:rPr sz="1875" b="0">
                          <a:solidFill>
                            <a:srgbClr val="5B6370"/>
                          </a:solidFill>
                          <a:latin typeface="Arial"/>
                          <a:ea typeface="Arial"/>
                          <a:cs typeface="Arial"/>
                        </a:rPr>
                        <a:t>73</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pPr algn="ctr"/>
                      <a:r>
                        <a:rPr sz="1875" b="0">
                          <a:solidFill>
                            <a:srgbClr val="5B6370"/>
                          </a:solidFill>
                          <a:latin typeface="Arial"/>
                          <a:ea typeface="Arial"/>
                          <a:cs typeface="Arial"/>
                        </a:rPr>
                        <a:t>77</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pPr algn="ctr"/>
                      <a:r>
                        <a:rPr sz="1875" b="0">
                          <a:solidFill>
                            <a:srgbClr val="5B6370"/>
                          </a:solidFill>
                          <a:latin typeface="Arial"/>
                          <a:ea typeface="Arial"/>
                          <a:cs typeface="Arial"/>
                        </a:rPr>
                        <a:t>68</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pPr algn="ctr"/>
                      <a:r>
                        <a:rPr sz="1875" b="1">
                          <a:solidFill>
                            <a:srgbClr val="FFFFFF"/>
                          </a:solidFill>
                          <a:latin typeface="Arial"/>
                          <a:ea typeface="Arial"/>
                          <a:cs typeface="Arial"/>
                        </a:rPr>
                        <a:t>168</a:t>
                      </a:r>
                    </a:p>
                  </a:txBody>
                  <a:tcPr marL="91440" marR="91440" marT="45720" marB="45720" anchor="ctr">
                    <a:lnR w="0">
                      <a:solidFill>
                        <a:srgbClr val="FFFFFF"/>
                      </a:solidFill>
                    </a:lnR>
                    <a:lnB w="0">
                      <a:solidFill>
                        <a:srgbClr val="FFFFFF"/>
                      </a:solidFill>
                    </a:lnB>
                    <a:solidFill>
                      <a:srgbClr val="B91C35"/>
                    </a:solidFill>
                  </a:tcPr>
                </a:tc>
                <a:tc>
                  <a:txBody>
                    <a:bodyPr lIns="85725" tIns="85725" rIns="85725" bIns="85725"/>
                    <a:lstStyle/>
                    <a:p>
                      <a:pPr algn="ctr"/>
                      <a:r>
                        <a:rPr sz="1875" b="0">
                          <a:solidFill>
                            <a:srgbClr val="5B6370"/>
                          </a:solidFill>
                          <a:latin typeface="Arial"/>
                          <a:ea typeface="Arial"/>
                          <a:cs typeface="Arial"/>
                        </a:rPr>
                        <a:t>119</a:t>
                      </a:r>
                    </a:p>
                  </a:txBody>
                  <a:tcPr marL="91440" marR="91440" marT="45720" marB="45720" anchor="ctr">
                    <a:lnR w="0">
                      <a:solidFill>
                        <a:srgbClr val="FFFFFF"/>
                      </a:solidFill>
                    </a:lnR>
                    <a:lnB w="0">
                      <a:solidFill>
                        <a:srgbClr val="FFFFFF"/>
                      </a:solidFill>
                    </a:lnB>
                    <a:solidFill>
                      <a:srgbClr val="FFFFFF"/>
                    </a:solidFill>
                  </a:tcPr>
                </a:tc>
                <a:tc>
                  <a:txBody>
                    <a:bodyPr lIns="85725" tIns="85725" rIns="85725" bIns="85725"/>
                    <a:lstStyle/>
                    <a:p>
                      <a:pPr algn="ctr"/>
                      <a:r>
                        <a:rPr sz="1875" b="0">
                          <a:solidFill>
                            <a:srgbClr val="5B6370"/>
                          </a:solidFill>
                          <a:latin typeface="Arial"/>
                          <a:ea typeface="Arial"/>
                          <a:cs typeface="Arial"/>
                        </a:rPr>
                        <a:t>117</a:t>
                      </a:r>
                    </a:p>
                  </a:txBody>
                  <a:tcPr marL="91440" marR="91440" marT="45720" marB="45720" anchor="ctr">
                    <a:lnR w="0">
                      <a:solidFill>
                        <a:srgbClr val="FFFFFF"/>
                      </a:solidFill>
                    </a:lnR>
                    <a:lnB w="0">
                      <a:solidFill>
                        <a:srgbClr val="FFFFFF"/>
                      </a:solidFill>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DBB2EE1-6F92-4B74-806F-CBAC5454970E}"/>
              </a:ext>
            </a:extLst>
          </p:cNvPr>
          <p:cNvSpPr>
            <a:spLocks xmlns:a="http://schemas.openxmlformats.org/drawingml/2006/main" noGrp="1"/>
          </p:cNvSpPr>
          <p:nvPr/>
        </p:nvSpPr>
        <p:spPr>
          <a:xfrm xmlns:a="http://schemas.openxmlformats.org/drawingml/2006/main">
            <a:off x="628650" y="5600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B91C35"/>
                </a:solidFill>
                <a:latin typeface="Arial"/>
                <a:ea typeface="Arial"/>
                <a:cs typeface="Arial"/>
              </a:defRPr>
            </a:defPPr>
            <a:lvl1pPr>
              <a:defRPr sz="3300" b="1">
                <a:solidFill>
                  <a:srgbClr val="B91C35"/>
                </a:solidFill>
                <a:latin typeface="Arial"/>
                <a:ea typeface="Arial"/>
                <a:cs typeface="Arial"/>
              </a:defRPr>
            </a:lvl1pPr>
            <a:lvl2pPr>
              <a:defRPr sz="3300" b="1">
                <a:solidFill>
                  <a:srgbClr val="B91C35"/>
                </a:solidFill>
                <a:latin typeface="Arial"/>
                <a:ea typeface="Arial"/>
                <a:cs typeface="Arial"/>
              </a:defRPr>
            </a:lvl2pPr>
            <a:lvl3pPr>
              <a:defRPr sz="3300" b="1">
                <a:solidFill>
                  <a:srgbClr val="B91C35"/>
                </a:solidFill>
                <a:latin typeface="Arial"/>
                <a:ea typeface="Arial"/>
                <a:cs typeface="Arial"/>
              </a:defRPr>
            </a:lvl3pPr>
            <a:lvl4pPr>
              <a:defRPr sz="3300" b="1">
                <a:solidFill>
                  <a:srgbClr val="B91C35"/>
                </a:solidFill>
                <a:latin typeface="Arial"/>
                <a:ea typeface="Arial"/>
                <a:cs typeface="Arial"/>
              </a:defRPr>
            </a:lvl4pPr>
            <a:lvl5pPr>
              <a:defRPr sz="3300" b="1">
                <a:solidFill>
                  <a:srgbClr val="B91C35"/>
                </a:solidFill>
                <a:latin typeface="Arial"/>
                <a:ea typeface="Arial"/>
                <a:cs typeface="Arial"/>
              </a:defRPr>
            </a:lvl5pPr>
            <a:lvl6pPr>
              <a:defRPr sz="3300" b="1">
                <a:solidFill>
                  <a:srgbClr val="B91C35"/>
                </a:solidFill>
                <a:latin typeface="Arial"/>
                <a:ea typeface="Arial"/>
                <a:cs typeface="Arial"/>
              </a:defRPr>
            </a:lvl6pPr>
            <a:lvl7pPr>
              <a:defRPr sz="3300" b="1">
                <a:solidFill>
                  <a:srgbClr val="B91C35"/>
                </a:solidFill>
                <a:latin typeface="Arial"/>
                <a:ea typeface="Arial"/>
                <a:cs typeface="Arial"/>
              </a:defRPr>
            </a:lvl7pPr>
            <a:lvl8pPr>
              <a:defRPr sz="3300" b="1">
                <a:solidFill>
                  <a:srgbClr val="B91C35"/>
                </a:solidFill>
                <a:latin typeface="Arial"/>
                <a:ea typeface="Arial"/>
                <a:cs typeface="Arial"/>
              </a:defRPr>
            </a:lvl8pPr>
            <a:lvl9pPr>
              <a:defRPr sz="3300" b="1">
                <a:solidFill>
                  <a:srgbClr val="B91C35"/>
                </a:solidFill>
                <a:latin typeface="Arial"/>
                <a:ea typeface="Arial"/>
                <a:cs typeface="Arial"/>
              </a:defRPr>
            </a:lvl9pPr>
          </a:lstStyle>
          <a:p xmlns:a="http://schemas.openxmlformats.org/drawingml/2006/main">
            <a:pPr>
              <a:defRPr sz="3300" b="1">
                <a:solidFill>
                  <a:srgbClr val="B91C35"/>
                </a:solidFill>
                <a:latin typeface="Arial"/>
                <a:ea typeface="Arial"/>
                <a:cs typeface="Arial"/>
              </a:defRPr>
            </a:pPr>
            <a:r>
              <a:rPr sz="3300" b="1">
                <a:solidFill>
                  <a:srgbClr val="B91C35"/>
                </a:solidFill>
                <a:latin typeface="Arial"/>
                <a:ea typeface="Arial"/>
                <a:cs typeface="Arial"/>
              </a:rPr>
              <a:t>+46,6%</a:t>
            </a:r>
          </a:p>
        </p:txBody>
      </p:sp>
      <p:sp>
        <p:nvSpPr>
          <p:cNvPr id="7" name="">
            <a:extLst xmlns:a="http://schemas.openxmlformats.org/drawingml/2006/main">
              <a:ext uri="{FF2B5EF4-FFF2-40B4-BE49-F238E27FC236}">
                <a16:creationId xmlns:a16="http://schemas.microsoft.com/office/drawing/2014/main" id="{42D8C4BD-E72C-4200-A5EC-EE1BB107B099}"/>
              </a:ext>
            </a:extLst>
          </p:cNvPr>
          <p:cNvSpPr>
            <a:spLocks xmlns:a="http://schemas.openxmlformats.org/drawingml/2006/main" noGrp="1"/>
          </p:cNvSpPr>
          <p:nvPr/>
        </p:nvSpPr>
        <p:spPr>
          <a:xfrm xmlns:a="http://schemas.openxmlformats.org/drawingml/2006/main">
            <a:off x="628650" y="611505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202D40"/>
                </a:solidFill>
                <a:latin typeface="Arial"/>
                <a:ea typeface="Arial"/>
                <a:cs typeface="Arial"/>
              </a:defRPr>
            </a:defPPr>
            <a:lvl1pPr>
              <a:defRPr sz="1800" b="0">
                <a:solidFill>
                  <a:srgbClr val="202D40"/>
                </a:solidFill>
                <a:latin typeface="Arial"/>
                <a:ea typeface="Arial"/>
                <a:cs typeface="Arial"/>
              </a:defRPr>
            </a:lvl1pPr>
            <a:lvl2pPr>
              <a:defRPr sz="1800" b="0">
                <a:solidFill>
                  <a:srgbClr val="202D40"/>
                </a:solidFill>
                <a:latin typeface="Arial"/>
                <a:ea typeface="Arial"/>
                <a:cs typeface="Arial"/>
              </a:defRPr>
            </a:lvl2pPr>
            <a:lvl3pPr>
              <a:defRPr sz="1800" b="0">
                <a:solidFill>
                  <a:srgbClr val="202D40"/>
                </a:solidFill>
                <a:latin typeface="Arial"/>
                <a:ea typeface="Arial"/>
                <a:cs typeface="Arial"/>
              </a:defRPr>
            </a:lvl3pPr>
            <a:lvl4pPr>
              <a:defRPr sz="1800" b="0">
                <a:solidFill>
                  <a:srgbClr val="202D40"/>
                </a:solidFill>
                <a:latin typeface="Arial"/>
                <a:ea typeface="Arial"/>
                <a:cs typeface="Arial"/>
              </a:defRPr>
            </a:lvl4pPr>
            <a:lvl5pPr>
              <a:defRPr sz="1800" b="0">
                <a:solidFill>
                  <a:srgbClr val="202D40"/>
                </a:solidFill>
                <a:latin typeface="Arial"/>
                <a:ea typeface="Arial"/>
                <a:cs typeface="Arial"/>
              </a:defRPr>
            </a:lvl5pPr>
            <a:lvl6pPr>
              <a:defRPr sz="1800" b="0">
                <a:solidFill>
                  <a:srgbClr val="202D40"/>
                </a:solidFill>
                <a:latin typeface="Arial"/>
                <a:ea typeface="Arial"/>
                <a:cs typeface="Arial"/>
              </a:defRPr>
            </a:lvl6pPr>
            <a:lvl7pPr>
              <a:defRPr sz="1800" b="0">
                <a:solidFill>
                  <a:srgbClr val="202D40"/>
                </a:solidFill>
                <a:latin typeface="Arial"/>
                <a:ea typeface="Arial"/>
                <a:cs typeface="Arial"/>
              </a:defRPr>
            </a:lvl7pPr>
            <a:lvl8pPr>
              <a:defRPr sz="1800" b="0">
                <a:solidFill>
                  <a:srgbClr val="202D40"/>
                </a:solidFill>
                <a:latin typeface="Arial"/>
                <a:ea typeface="Arial"/>
                <a:cs typeface="Arial"/>
              </a:defRPr>
            </a:lvl8pPr>
            <a:lvl9pPr>
              <a:defRPr sz="1800" b="0">
                <a:solidFill>
                  <a:srgbClr val="202D40"/>
                </a:solidFill>
                <a:latin typeface="Arial"/>
                <a:ea typeface="Arial"/>
                <a:cs typeface="Arial"/>
              </a:defRPr>
            </a:lvl9pPr>
          </a:lstStyle>
          <a:p xmlns:a="http://schemas.openxmlformats.org/drawingml/2006/main">
            <a:pPr>
              <a:defRPr sz="1800" b="0">
                <a:solidFill>
                  <a:srgbClr val="202D40"/>
                </a:solidFill>
                <a:latin typeface="Arial"/>
                <a:ea typeface="Arial"/>
                <a:cs typeface="Arial"/>
              </a:defRPr>
            </a:pPr>
            <a:r>
              <a:rPr sz="1800" b="0">
                <a:solidFill>
                  <a:srgbClr val="202D40"/>
                </a:solidFill>
                <a:latin typeface="Arial"/>
                <a:ea typeface="Arial"/>
                <a:cs typeface="Arial"/>
              </a:rPr>
              <a:t>Bebidas el domingo</a:t>
            </a:r>
          </a:p>
        </p:txBody>
      </p:sp>
      <p:sp>
        <p:nvSpPr>
          <p:cNvPr id="8" name="">
            <a:extLst xmlns:a="http://schemas.openxmlformats.org/drawingml/2006/main">
              <a:ext uri="{FF2B5EF4-FFF2-40B4-BE49-F238E27FC236}">
                <a16:creationId xmlns:a16="http://schemas.microsoft.com/office/drawing/2014/main" id="{C4541BF8-D354-4839-A80A-9095649AA3AD}"/>
              </a:ext>
            </a:extLst>
          </p:cNvPr>
          <p:cNvSpPr>
            <a:spLocks xmlns:a="http://schemas.openxmlformats.org/drawingml/2006/main" noGrp="1"/>
          </p:cNvSpPr>
          <p:nvPr/>
        </p:nvSpPr>
        <p:spPr>
          <a:xfrm xmlns:a="http://schemas.openxmlformats.org/drawingml/2006/main">
            <a:off x="6572250" y="5600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B91C35"/>
                </a:solidFill>
                <a:latin typeface="Arial"/>
                <a:ea typeface="Arial"/>
                <a:cs typeface="Arial"/>
              </a:defRPr>
            </a:defPPr>
            <a:lvl1pPr>
              <a:defRPr sz="3300" b="1">
                <a:solidFill>
                  <a:srgbClr val="B91C35"/>
                </a:solidFill>
                <a:latin typeface="Arial"/>
                <a:ea typeface="Arial"/>
                <a:cs typeface="Arial"/>
              </a:defRPr>
            </a:lvl1pPr>
            <a:lvl2pPr>
              <a:defRPr sz="3300" b="1">
                <a:solidFill>
                  <a:srgbClr val="B91C35"/>
                </a:solidFill>
                <a:latin typeface="Arial"/>
                <a:ea typeface="Arial"/>
                <a:cs typeface="Arial"/>
              </a:defRPr>
            </a:lvl2pPr>
            <a:lvl3pPr>
              <a:defRPr sz="3300" b="1">
                <a:solidFill>
                  <a:srgbClr val="B91C35"/>
                </a:solidFill>
                <a:latin typeface="Arial"/>
                <a:ea typeface="Arial"/>
                <a:cs typeface="Arial"/>
              </a:defRPr>
            </a:lvl3pPr>
            <a:lvl4pPr>
              <a:defRPr sz="3300" b="1">
                <a:solidFill>
                  <a:srgbClr val="B91C35"/>
                </a:solidFill>
                <a:latin typeface="Arial"/>
                <a:ea typeface="Arial"/>
                <a:cs typeface="Arial"/>
              </a:defRPr>
            </a:lvl4pPr>
            <a:lvl5pPr>
              <a:defRPr sz="3300" b="1">
                <a:solidFill>
                  <a:srgbClr val="B91C35"/>
                </a:solidFill>
                <a:latin typeface="Arial"/>
                <a:ea typeface="Arial"/>
                <a:cs typeface="Arial"/>
              </a:defRPr>
            </a:lvl5pPr>
            <a:lvl6pPr>
              <a:defRPr sz="3300" b="1">
                <a:solidFill>
                  <a:srgbClr val="B91C35"/>
                </a:solidFill>
                <a:latin typeface="Arial"/>
                <a:ea typeface="Arial"/>
                <a:cs typeface="Arial"/>
              </a:defRPr>
            </a:lvl6pPr>
            <a:lvl7pPr>
              <a:defRPr sz="3300" b="1">
                <a:solidFill>
                  <a:srgbClr val="B91C35"/>
                </a:solidFill>
                <a:latin typeface="Arial"/>
                <a:ea typeface="Arial"/>
                <a:cs typeface="Arial"/>
              </a:defRPr>
            </a:lvl7pPr>
            <a:lvl8pPr>
              <a:defRPr sz="3300" b="1">
                <a:solidFill>
                  <a:srgbClr val="B91C35"/>
                </a:solidFill>
                <a:latin typeface="Arial"/>
                <a:ea typeface="Arial"/>
                <a:cs typeface="Arial"/>
              </a:defRPr>
            </a:lvl8pPr>
            <a:lvl9pPr>
              <a:defRPr sz="3300" b="1">
                <a:solidFill>
                  <a:srgbClr val="B91C35"/>
                </a:solidFill>
                <a:latin typeface="Arial"/>
                <a:ea typeface="Arial"/>
                <a:cs typeface="Arial"/>
              </a:defRPr>
            </a:lvl9pPr>
          </a:lstStyle>
          <a:p xmlns:a="http://schemas.openxmlformats.org/drawingml/2006/main">
            <a:pPr>
              <a:defRPr sz="3300" b="1">
                <a:solidFill>
                  <a:srgbClr val="B91C35"/>
                </a:solidFill>
                <a:latin typeface="Arial"/>
                <a:ea typeface="Arial"/>
                <a:cs typeface="Arial"/>
              </a:defRPr>
            </a:pPr>
            <a:r>
              <a:rPr sz="3300" b="1">
                <a:solidFill>
                  <a:srgbClr val="B91C35"/>
                </a:solidFill>
                <a:latin typeface="Arial"/>
                <a:ea typeface="Arial"/>
                <a:cs typeface="Arial"/>
              </a:rPr>
              <a:t>+67,6%</a:t>
            </a:r>
          </a:p>
        </p:txBody>
      </p:sp>
      <p:sp>
        <p:nvSpPr>
          <p:cNvPr id="9" name="">
            <a:extLst xmlns:a="http://schemas.openxmlformats.org/drawingml/2006/main">
              <a:ext uri="{FF2B5EF4-FFF2-40B4-BE49-F238E27FC236}">
                <a16:creationId xmlns:a16="http://schemas.microsoft.com/office/drawing/2014/main" id="{08F8C1E7-EB74-4E1B-99C8-324BE209BC2A}"/>
              </a:ext>
            </a:extLst>
          </p:cNvPr>
          <p:cNvSpPr>
            <a:spLocks xmlns:a="http://schemas.openxmlformats.org/drawingml/2006/main" noGrp="1"/>
          </p:cNvSpPr>
          <p:nvPr/>
        </p:nvSpPr>
        <p:spPr>
          <a:xfrm xmlns:a="http://schemas.openxmlformats.org/drawingml/2006/main">
            <a:off x="6572250" y="6115050"/>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202D40"/>
                </a:solidFill>
                <a:latin typeface="Arial"/>
                <a:ea typeface="Arial"/>
                <a:cs typeface="Arial"/>
              </a:defRPr>
            </a:defPPr>
            <a:lvl1pPr>
              <a:defRPr sz="1800" b="0">
                <a:solidFill>
                  <a:srgbClr val="202D40"/>
                </a:solidFill>
                <a:latin typeface="Arial"/>
                <a:ea typeface="Arial"/>
                <a:cs typeface="Arial"/>
              </a:defRPr>
            </a:lvl1pPr>
            <a:lvl2pPr>
              <a:defRPr sz="1800" b="0">
                <a:solidFill>
                  <a:srgbClr val="202D40"/>
                </a:solidFill>
                <a:latin typeface="Arial"/>
                <a:ea typeface="Arial"/>
                <a:cs typeface="Arial"/>
              </a:defRPr>
            </a:lvl2pPr>
            <a:lvl3pPr>
              <a:defRPr sz="1800" b="0">
                <a:solidFill>
                  <a:srgbClr val="202D40"/>
                </a:solidFill>
                <a:latin typeface="Arial"/>
                <a:ea typeface="Arial"/>
                <a:cs typeface="Arial"/>
              </a:defRPr>
            </a:lvl3pPr>
            <a:lvl4pPr>
              <a:defRPr sz="1800" b="0">
                <a:solidFill>
                  <a:srgbClr val="202D40"/>
                </a:solidFill>
                <a:latin typeface="Arial"/>
                <a:ea typeface="Arial"/>
                <a:cs typeface="Arial"/>
              </a:defRPr>
            </a:lvl4pPr>
            <a:lvl5pPr>
              <a:defRPr sz="1800" b="0">
                <a:solidFill>
                  <a:srgbClr val="202D40"/>
                </a:solidFill>
                <a:latin typeface="Arial"/>
                <a:ea typeface="Arial"/>
                <a:cs typeface="Arial"/>
              </a:defRPr>
            </a:lvl5pPr>
            <a:lvl6pPr>
              <a:defRPr sz="1800" b="0">
                <a:solidFill>
                  <a:srgbClr val="202D40"/>
                </a:solidFill>
                <a:latin typeface="Arial"/>
                <a:ea typeface="Arial"/>
                <a:cs typeface="Arial"/>
              </a:defRPr>
            </a:lvl6pPr>
            <a:lvl7pPr>
              <a:defRPr sz="1800" b="0">
                <a:solidFill>
                  <a:srgbClr val="202D40"/>
                </a:solidFill>
                <a:latin typeface="Arial"/>
                <a:ea typeface="Arial"/>
                <a:cs typeface="Arial"/>
              </a:defRPr>
            </a:lvl7pPr>
            <a:lvl8pPr>
              <a:defRPr sz="1800" b="0">
                <a:solidFill>
                  <a:srgbClr val="202D40"/>
                </a:solidFill>
                <a:latin typeface="Arial"/>
                <a:ea typeface="Arial"/>
                <a:cs typeface="Arial"/>
              </a:defRPr>
            </a:lvl8pPr>
            <a:lvl9pPr>
              <a:defRPr sz="1800" b="0">
                <a:solidFill>
                  <a:srgbClr val="202D40"/>
                </a:solidFill>
                <a:latin typeface="Arial"/>
                <a:ea typeface="Arial"/>
                <a:cs typeface="Arial"/>
              </a:defRPr>
            </a:lvl9pPr>
          </a:lstStyle>
          <a:p xmlns:a="http://schemas.openxmlformats.org/drawingml/2006/main">
            <a:pPr>
              <a:defRPr sz="1800" b="0">
                <a:solidFill>
                  <a:srgbClr val="202D40"/>
                </a:solidFill>
                <a:latin typeface="Arial"/>
                <a:ea typeface="Arial"/>
                <a:cs typeface="Arial"/>
              </a:defRPr>
            </a:pPr>
            <a:r>
              <a:rPr sz="1800" b="0">
                <a:solidFill>
                  <a:srgbClr val="202D40"/>
                </a:solidFill>
                <a:latin typeface="Arial"/>
                <a:ea typeface="Arial"/>
                <a:cs typeface="Arial"/>
              </a:rPr>
              <a:t>Carnes el viernes</a:t>
            </a:r>
          </a:p>
        </p:txBody>
      </p:sp>
      <p:sp>
        <p:nvSpPr>
          <p:cNvPr id="10" name="">
            <a:extLst xmlns:a="http://schemas.openxmlformats.org/drawingml/2006/main">
              <a:ext uri="{FF2B5EF4-FFF2-40B4-BE49-F238E27FC236}">
                <a16:creationId xmlns:a16="http://schemas.microsoft.com/office/drawing/2014/main" id="{37A6285E-C62D-40D9-AC46-D28A5F357195}"/>
              </a:ext>
            </a:extLst>
          </p:cNvPr>
          <p:cNvSpPr>
            <a:spLocks xmlns:a="http://schemas.openxmlformats.org/drawingml/2006/main" noGrp="1"/>
          </p:cNvSpPr>
          <p:nvPr/>
        </p:nvSpPr>
        <p:spPr>
          <a:xfrm xmlns:a="http://schemas.openxmlformats.org/drawingml/2006/main">
            <a:off x="8077200" y="646747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B6370"/>
                </a:solidFill>
                <a:latin typeface="Arial"/>
                <a:ea typeface="Arial"/>
                <a:cs typeface="Arial"/>
              </a:defRPr>
            </a:defPPr>
            <a:lvl1pPr>
              <a:defRPr sz="1200" b="0">
                <a:solidFill>
                  <a:srgbClr val="5B6370"/>
                </a:solidFill>
                <a:latin typeface="Arial"/>
                <a:ea typeface="Arial"/>
                <a:cs typeface="Arial"/>
              </a:defRPr>
            </a:lvl1pPr>
            <a:lvl2pPr>
              <a:defRPr sz="1200" b="0">
                <a:solidFill>
                  <a:srgbClr val="5B6370"/>
                </a:solidFill>
                <a:latin typeface="Arial"/>
                <a:ea typeface="Arial"/>
                <a:cs typeface="Arial"/>
              </a:defRPr>
            </a:lvl2pPr>
            <a:lvl3pPr>
              <a:defRPr sz="1200" b="0">
                <a:solidFill>
                  <a:srgbClr val="5B6370"/>
                </a:solidFill>
                <a:latin typeface="Arial"/>
                <a:ea typeface="Arial"/>
                <a:cs typeface="Arial"/>
              </a:defRPr>
            </a:lvl3pPr>
            <a:lvl4pPr>
              <a:defRPr sz="1200" b="0">
                <a:solidFill>
                  <a:srgbClr val="5B6370"/>
                </a:solidFill>
                <a:latin typeface="Arial"/>
                <a:ea typeface="Arial"/>
                <a:cs typeface="Arial"/>
              </a:defRPr>
            </a:lvl4pPr>
            <a:lvl5pPr>
              <a:defRPr sz="1200" b="0">
                <a:solidFill>
                  <a:srgbClr val="5B6370"/>
                </a:solidFill>
                <a:latin typeface="Arial"/>
                <a:ea typeface="Arial"/>
                <a:cs typeface="Arial"/>
              </a:defRPr>
            </a:lvl5pPr>
            <a:lvl6pPr>
              <a:defRPr sz="1200" b="0">
                <a:solidFill>
                  <a:srgbClr val="5B6370"/>
                </a:solidFill>
                <a:latin typeface="Arial"/>
                <a:ea typeface="Arial"/>
                <a:cs typeface="Arial"/>
              </a:defRPr>
            </a:lvl6pPr>
            <a:lvl7pPr>
              <a:defRPr sz="1200" b="0">
                <a:solidFill>
                  <a:srgbClr val="5B6370"/>
                </a:solidFill>
                <a:latin typeface="Arial"/>
                <a:ea typeface="Arial"/>
                <a:cs typeface="Arial"/>
              </a:defRPr>
            </a:lvl7pPr>
            <a:lvl8pPr>
              <a:defRPr sz="1200" b="0">
                <a:solidFill>
                  <a:srgbClr val="5B6370"/>
                </a:solidFill>
                <a:latin typeface="Arial"/>
                <a:ea typeface="Arial"/>
                <a:cs typeface="Arial"/>
              </a:defRPr>
            </a:lvl8pPr>
            <a:lvl9pPr>
              <a:defRPr sz="1200" b="0">
                <a:solidFill>
                  <a:srgbClr val="5B6370"/>
                </a:solidFill>
                <a:latin typeface="Arial"/>
                <a:ea typeface="Arial"/>
                <a:cs typeface="Arial"/>
              </a:defRPr>
            </a:lvl9pPr>
          </a:lstStyle>
          <a:p xmlns:a="http://schemas.openxmlformats.org/drawingml/2006/main">
            <a:pPr>
              <a:defRPr sz="1200" b="0">
                <a:solidFill>
                  <a:srgbClr val="5B6370"/>
                </a:solidFill>
                <a:latin typeface="Arial"/>
                <a:ea typeface="Arial"/>
                <a:cs typeface="Arial"/>
              </a:defRPr>
            </a:pPr>
            <a:r>
              <a:rPr sz="1200" b="0">
                <a:solidFill>
                  <a:srgbClr val="5B6370"/>
                </a:solidFill>
                <a:latin typeface="Arial"/>
                <a:ea typeface="Arial"/>
                <a:cs typeface="Arial"/>
                <a:hlinkClick xmlns:r="http://schemas.openxmlformats.org/officeDocument/2006/relationships" r:id="R68f02a46c9cb40d5"/>
              </a:rPr>
              <a:t>Fuente: Favorita / Kaggle</a:t>
            </a:r>
          </a:p>
        </p:txBody>
      </p:sp>
    </p:spTree>
    <p:extLst>
      <p:ext uri="{BB962C8B-B14F-4D97-AF65-F5344CB8AC3E}">
        <p14:creationId xmlns:p14="http://schemas.microsoft.com/office/powerpoint/2010/main" val="15295536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479794D-0B44-46A5-9B11-FD53BDE4707D}"/>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202D40"/>
                </a:solidFill>
                <a:latin typeface="Arial"/>
                <a:ea typeface="Arial"/>
                <a:cs typeface="Arial"/>
              </a:defRPr>
            </a:defPPr>
            <a:lvl1pPr>
              <a:defRPr sz="3150" b="1">
                <a:solidFill>
                  <a:srgbClr val="202D40"/>
                </a:solidFill>
                <a:latin typeface="Arial"/>
                <a:ea typeface="Arial"/>
                <a:cs typeface="Arial"/>
              </a:defRPr>
            </a:lvl1pPr>
            <a:lvl2pPr>
              <a:defRPr sz="3150" b="1">
                <a:solidFill>
                  <a:srgbClr val="202D40"/>
                </a:solidFill>
                <a:latin typeface="Arial"/>
                <a:ea typeface="Arial"/>
                <a:cs typeface="Arial"/>
              </a:defRPr>
            </a:lvl2pPr>
            <a:lvl3pPr>
              <a:defRPr sz="3150" b="1">
                <a:solidFill>
                  <a:srgbClr val="202D40"/>
                </a:solidFill>
                <a:latin typeface="Arial"/>
                <a:ea typeface="Arial"/>
                <a:cs typeface="Arial"/>
              </a:defRPr>
            </a:lvl3pPr>
            <a:lvl4pPr>
              <a:defRPr sz="3150" b="1">
                <a:solidFill>
                  <a:srgbClr val="202D40"/>
                </a:solidFill>
                <a:latin typeface="Arial"/>
                <a:ea typeface="Arial"/>
                <a:cs typeface="Arial"/>
              </a:defRPr>
            </a:lvl4pPr>
            <a:lvl5pPr>
              <a:defRPr sz="3150" b="1">
                <a:solidFill>
                  <a:srgbClr val="202D40"/>
                </a:solidFill>
                <a:latin typeface="Arial"/>
                <a:ea typeface="Arial"/>
                <a:cs typeface="Arial"/>
              </a:defRPr>
            </a:lvl5pPr>
            <a:lvl6pPr>
              <a:defRPr sz="3150" b="1">
                <a:solidFill>
                  <a:srgbClr val="202D40"/>
                </a:solidFill>
                <a:latin typeface="Arial"/>
                <a:ea typeface="Arial"/>
                <a:cs typeface="Arial"/>
              </a:defRPr>
            </a:lvl6pPr>
            <a:lvl7pPr>
              <a:defRPr sz="3150" b="1">
                <a:solidFill>
                  <a:srgbClr val="202D40"/>
                </a:solidFill>
                <a:latin typeface="Arial"/>
                <a:ea typeface="Arial"/>
                <a:cs typeface="Arial"/>
              </a:defRPr>
            </a:lvl7pPr>
            <a:lvl8pPr>
              <a:defRPr sz="3150" b="1">
                <a:solidFill>
                  <a:srgbClr val="202D40"/>
                </a:solidFill>
                <a:latin typeface="Arial"/>
                <a:ea typeface="Arial"/>
                <a:cs typeface="Arial"/>
              </a:defRPr>
            </a:lvl8pPr>
            <a:lvl9pPr>
              <a:defRPr sz="3150" b="1">
                <a:solidFill>
                  <a:srgbClr val="202D40"/>
                </a:solidFill>
                <a:latin typeface="Arial"/>
                <a:ea typeface="Arial"/>
                <a:cs typeface="Arial"/>
              </a:defRPr>
            </a:lvl9pPr>
          </a:lstStyle>
          <a:p xmlns:a="http://schemas.openxmlformats.org/drawingml/2006/main">
            <a:pPr>
              <a:defRPr sz="3150" b="1">
                <a:solidFill>
                  <a:srgbClr val="202D40"/>
                </a:solidFill>
                <a:latin typeface="Arial"/>
                <a:ea typeface="Arial"/>
                <a:cs typeface="Arial"/>
              </a:defRPr>
            </a:pPr>
            <a:r>
              <a:rPr sz="3150" b="1">
                <a:solidFill>
                  <a:srgbClr val="202D40"/>
                </a:solidFill>
                <a:latin typeface="Arial"/>
                <a:ea typeface="Arial"/>
                <a:cs typeface="Arial"/>
              </a:rPr>
              <a:t>Cinco categorías bajan al cierre</a:t>
            </a:r>
          </a:p>
        </p:txBody>
      </p:sp>
      <p:sp>
        <p:nvSpPr>
          <p:cNvPr id="2" name="">
            <a:extLst xmlns:a="http://schemas.openxmlformats.org/drawingml/2006/main">
              <a:ext uri="{FF2B5EF4-FFF2-40B4-BE49-F238E27FC236}">
                <a16:creationId xmlns:a16="http://schemas.microsoft.com/office/drawing/2014/main" id="{A61FEC45-AC2C-4D33-8732-1B015BFE78D9}"/>
              </a:ext>
            </a:extLst>
          </p:cNvPr>
          <p:cNvSpPr>
            <a:spLocks xmlns:a="http://schemas.openxmlformats.org/drawingml/2006/main" noGrp="1"/>
          </p:cNvSpPr>
          <p:nvPr/>
        </p:nvSpPr>
        <p:spPr>
          <a:xfrm xmlns:a="http://schemas.openxmlformats.org/drawingml/2006/main">
            <a:off x="628650" y="1428750"/>
            <a:ext cx="10934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5B6370"/>
                </a:solidFill>
                <a:latin typeface="Arial"/>
                <a:ea typeface="Arial"/>
                <a:cs typeface="Arial"/>
              </a:defRPr>
            </a:defPPr>
            <a:lvl1pPr>
              <a:defRPr sz="1800" b="0">
                <a:solidFill>
                  <a:srgbClr val="5B6370"/>
                </a:solidFill>
                <a:latin typeface="Arial"/>
                <a:ea typeface="Arial"/>
                <a:cs typeface="Arial"/>
              </a:defRPr>
            </a:lvl1pPr>
            <a:lvl2pPr>
              <a:defRPr sz="1800" b="0">
                <a:solidFill>
                  <a:srgbClr val="5B6370"/>
                </a:solidFill>
                <a:latin typeface="Arial"/>
                <a:ea typeface="Arial"/>
                <a:cs typeface="Arial"/>
              </a:defRPr>
            </a:lvl2pPr>
            <a:lvl3pPr>
              <a:defRPr sz="1800" b="0">
                <a:solidFill>
                  <a:srgbClr val="5B6370"/>
                </a:solidFill>
                <a:latin typeface="Arial"/>
                <a:ea typeface="Arial"/>
                <a:cs typeface="Arial"/>
              </a:defRPr>
            </a:lvl3pPr>
            <a:lvl4pPr>
              <a:defRPr sz="1800" b="0">
                <a:solidFill>
                  <a:srgbClr val="5B6370"/>
                </a:solidFill>
                <a:latin typeface="Arial"/>
                <a:ea typeface="Arial"/>
                <a:cs typeface="Arial"/>
              </a:defRPr>
            </a:lvl4pPr>
            <a:lvl5pPr>
              <a:defRPr sz="1800" b="0">
                <a:solidFill>
                  <a:srgbClr val="5B6370"/>
                </a:solidFill>
                <a:latin typeface="Arial"/>
                <a:ea typeface="Arial"/>
                <a:cs typeface="Arial"/>
              </a:defRPr>
            </a:lvl5pPr>
            <a:lvl6pPr>
              <a:defRPr sz="1800" b="0">
                <a:solidFill>
                  <a:srgbClr val="5B6370"/>
                </a:solidFill>
                <a:latin typeface="Arial"/>
                <a:ea typeface="Arial"/>
                <a:cs typeface="Arial"/>
              </a:defRPr>
            </a:lvl6pPr>
            <a:lvl7pPr>
              <a:defRPr sz="1800" b="0">
                <a:solidFill>
                  <a:srgbClr val="5B6370"/>
                </a:solidFill>
                <a:latin typeface="Arial"/>
                <a:ea typeface="Arial"/>
                <a:cs typeface="Arial"/>
              </a:defRPr>
            </a:lvl7pPr>
            <a:lvl8pPr>
              <a:defRPr sz="1800" b="0">
                <a:solidFill>
                  <a:srgbClr val="5B6370"/>
                </a:solidFill>
                <a:latin typeface="Arial"/>
                <a:ea typeface="Arial"/>
                <a:cs typeface="Arial"/>
              </a:defRPr>
            </a:lvl8pPr>
            <a:lvl9pPr>
              <a:defRPr sz="1800" b="0">
                <a:solidFill>
                  <a:srgbClr val="5B6370"/>
                </a:solidFill>
                <a:latin typeface="Arial"/>
                <a:ea typeface="Arial"/>
                <a:cs typeface="Arial"/>
              </a:defRPr>
            </a:lvl9pPr>
          </a:lstStyle>
          <a:p xmlns:a="http://schemas.openxmlformats.org/drawingml/2006/main">
            <a:pPr>
              <a:defRPr sz="1800" b="0">
                <a:solidFill>
                  <a:srgbClr val="5B6370"/>
                </a:solidFill>
                <a:latin typeface="Arial"/>
                <a:ea typeface="Arial"/>
                <a:cs typeface="Arial"/>
              </a:defRPr>
            </a:pPr>
            <a:r>
              <a:rPr sz="1800" b="0">
                <a:solidFill>
                  <a:srgbClr val="5B6370"/>
                </a:solidFill>
                <a:latin typeface="Arial"/>
                <a:ea typeface="Arial"/>
                <a:cs typeface="Arial"/>
              </a:rPr>
              <a:t>Promedio de las últimas cuatro semanas frente a las primeras cuatro. Inicio = 100%.</a:t>
            </a:r>
          </a:p>
        </p:txBody>
      </p:sp>
      <p:sp>
        <p:nvSpPr>
          <p:cNvPr id="3" name="">
            <a:extLst xmlns:a="http://schemas.openxmlformats.org/drawingml/2006/main">
              <a:ext uri="{FF2B5EF4-FFF2-40B4-BE49-F238E27FC236}">
                <a16:creationId xmlns:a16="http://schemas.microsoft.com/office/drawing/2014/main" id="{54EB54EE-F472-4A6D-8555-1C4CBD3091DC}"/>
              </a:ext>
            </a:extLst>
          </p:cNvPr>
          <p:cNvSpPr>
            <a:spLocks xmlns:a="http://schemas.openxmlformats.org/drawingml/2006/main" noGrp="1"/>
          </p:cNvSpPr>
          <p:nvPr/>
        </p:nvSpPr>
        <p:spPr>
          <a:xfrm xmlns:a="http://schemas.openxmlformats.org/drawingml/2006/main">
            <a:off x="609600" y="6467475"/>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B6370"/>
                </a:solidFill>
                <a:latin typeface="Arial"/>
                <a:ea typeface="Arial"/>
                <a:cs typeface="Arial"/>
              </a:defRPr>
            </a:defPPr>
            <a:lvl1pPr>
              <a:defRPr sz="1200" b="0">
                <a:solidFill>
                  <a:srgbClr val="5B6370"/>
                </a:solidFill>
                <a:latin typeface="Arial"/>
                <a:ea typeface="Arial"/>
                <a:cs typeface="Arial"/>
              </a:defRPr>
            </a:lvl1pPr>
            <a:lvl2pPr>
              <a:defRPr sz="1200" b="0">
                <a:solidFill>
                  <a:srgbClr val="5B6370"/>
                </a:solidFill>
                <a:latin typeface="Arial"/>
                <a:ea typeface="Arial"/>
                <a:cs typeface="Arial"/>
              </a:defRPr>
            </a:lvl2pPr>
            <a:lvl3pPr>
              <a:defRPr sz="1200" b="0">
                <a:solidFill>
                  <a:srgbClr val="5B6370"/>
                </a:solidFill>
                <a:latin typeface="Arial"/>
                <a:ea typeface="Arial"/>
                <a:cs typeface="Arial"/>
              </a:defRPr>
            </a:lvl3pPr>
            <a:lvl4pPr>
              <a:defRPr sz="1200" b="0">
                <a:solidFill>
                  <a:srgbClr val="5B6370"/>
                </a:solidFill>
                <a:latin typeface="Arial"/>
                <a:ea typeface="Arial"/>
                <a:cs typeface="Arial"/>
              </a:defRPr>
            </a:lvl4pPr>
            <a:lvl5pPr>
              <a:defRPr sz="1200" b="0">
                <a:solidFill>
                  <a:srgbClr val="5B6370"/>
                </a:solidFill>
                <a:latin typeface="Arial"/>
                <a:ea typeface="Arial"/>
                <a:cs typeface="Arial"/>
              </a:defRPr>
            </a:lvl5pPr>
            <a:lvl6pPr>
              <a:defRPr sz="1200" b="0">
                <a:solidFill>
                  <a:srgbClr val="5B6370"/>
                </a:solidFill>
                <a:latin typeface="Arial"/>
                <a:ea typeface="Arial"/>
                <a:cs typeface="Arial"/>
              </a:defRPr>
            </a:lvl6pPr>
            <a:lvl7pPr>
              <a:defRPr sz="1200" b="0">
                <a:solidFill>
                  <a:srgbClr val="5B6370"/>
                </a:solidFill>
                <a:latin typeface="Arial"/>
                <a:ea typeface="Arial"/>
                <a:cs typeface="Arial"/>
              </a:defRPr>
            </a:lvl7pPr>
            <a:lvl8pPr>
              <a:defRPr sz="1200" b="0">
                <a:solidFill>
                  <a:srgbClr val="5B6370"/>
                </a:solidFill>
                <a:latin typeface="Arial"/>
                <a:ea typeface="Arial"/>
                <a:cs typeface="Arial"/>
              </a:defRPr>
            </a:lvl8pPr>
            <a:lvl9pPr>
              <a:defRPr sz="1200" b="0">
                <a:solidFill>
                  <a:srgbClr val="5B6370"/>
                </a:solidFill>
                <a:latin typeface="Arial"/>
                <a:ea typeface="Arial"/>
                <a:cs typeface="Arial"/>
              </a:defRPr>
            </a:lvl9pPr>
          </a:lstStyle>
          <a:p xmlns:a="http://schemas.openxmlformats.org/drawingml/2006/main">
            <a:pPr>
              <a:defRPr sz="1200" b="0">
                <a:solidFill>
                  <a:srgbClr val="5B6370"/>
                </a:solidFill>
                <a:latin typeface="Arial"/>
                <a:ea typeface="Arial"/>
                <a:cs typeface="Arial"/>
              </a:defRPr>
            </a:pPr>
            <a:r>
              <a:rPr sz="1200" b="0">
                <a:solidFill>
                  <a:srgbClr val="5B6370"/>
                </a:solidFill>
                <a:latin typeface="Arial"/>
                <a:ea typeface="Arial"/>
                <a:cs typeface="Arial"/>
              </a:rPr>
              <a:t>Favorita · tienda 44 · Quito</a:t>
            </a:r>
          </a:p>
        </p:txBody>
      </p:sp>
      <p:sp>
        <p:nvSpPr>
          <p:cNvPr id="4" name="">
            <a:extLst xmlns:a="http://schemas.openxmlformats.org/drawingml/2006/main">
              <a:ext uri="{FF2B5EF4-FFF2-40B4-BE49-F238E27FC236}">
                <a16:creationId xmlns:a16="http://schemas.microsoft.com/office/drawing/2014/main" id="{8B9C57C3-5756-48B7-BAB7-954EEF2F7E9F}"/>
              </a:ext>
            </a:extLst>
          </p:cNvPr>
          <p:cNvSpPr>
            <a:spLocks xmlns:a="http://schemas.openxmlformats.org/drawingml/2006/main" noGrp="1"/>
          </p:cNvSpPr>
          <p:nvPr/>
        </p:nvSpPr>
        <p:spPr>
          <a:xfrm xmlns:a="http://schemas.openxmlformats.org/drawingml/2006/main">
            <a:off x="10744200" y="6467475"/>
            <a:ext cx="83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B6370"/>
                </a:solidFill>
                <a:latin typeface="Arial"/>
                <a:ea typeface="Arial"/>
                <a:cs typeface="Arial"/>
              </a:defRPr>
            </a:defPPr>
            <a:lvl1pPr>
              <a:defRPr sz="1200" b="0">
                <a:solidFill>
                  <a:srgbClr val="5B6370"/>
                </a:solidFill>
                <a:latin typeface="Arial"/>
                <a:ea typeface="Arial"/>
                <a:cs typeface="Arial"/>
              </a:defRPr>
            </a:lvl1pPr>
            <a:lvl2pPr>
              <a:defRPr sz="1200" b="0">
                <a:solidFill>
                  <a:srgbClr val="5B6370"/>
                </a:solidFill>
                <a:latin typeface="Arial"/>
                <a:ea typeface="Arial"/>
                <a:cs typeface="Arial"/>
              </a:defRPr>
            </a:lvl2pPr>
            <a:lvl3pPr>
              <a:defRPr sz="1200" b="0">
                <a:solidFill>
                  <a:srgbClr val="5B6370"/>
                </a:solidFill>
                <a:latin typeface="Arial"/>
                <a:ea typeface="Arial"/>
                <a:cs typeface="Arial"/>
              </a:defRPr>
            </a:lvl3pPr>
            <a:lvl4pPr>
              <a:defRPr sz="1200" b="0">
                <a:solidFill>
                  <a:srgbClr val="5B6370"/>
                </a:solidFill>
                <a:latin typeface="Arial"/>
                <a:ea typeface="Arial"/>
                <a:cs typeface="Arial"/>
              </a:defRPr>
            </a:lvl4pPr>
            <a:lvl5pPr>
              <a:defRPr sz="1200" b="0">
                <a:solidFill>
                  <a:srgbClr val="5B6370"/>
                </a:solidFill>
                <a:latin typeface="Arial"/>
                <a:ea typeface="Arial"/>
                <a:cs typeface="Arial"/>
              </a:defRPr>
            </a:lvl5pPr>
            <a:lvl6pPr>
              <a:defRPr sz="1200" b="0">
                <a:solidFill>
                  <a:srgbClr val="5B6370"/>
                </a:solidFill>
                <a:latin typeface="Arial"/>
                <a:ea typeface="Arial"/>
                <a:cs typeface="Arial"/>
              </a:defRPr>
            </a:lvl6pPr>
            <a:lvl7pPr>
              <a:defRPr sz="1200" b="0">
                <a:solidFill>
                  <a:srgbClr val="5B6370"/>
                </a:solidFill>
                <a:latin typeface="Arial"/>
                <a:ea typeface="Arial"/>
                <a:cs typeface="Arial"/>
              </a:defRPr>
            </a:lvl7pPr>
            <a:lvl8pPr>
              <a:defRPr sz="1200" b="0">
                <a:solidFill>
                  <a:srgbClr val="5B6370"/>
                </a:solidFill>
                <a:latin typeface="Arial"/>
                <a:ea typeface="Arial"/>
                <a:cs typeface="Arial"/>
              </a:defRPr>
            </a:lvl8pPr>
            <a:lvl9pPr>
              <a:defRPr sz="1200" b="0">
                <a:solidFill>
                  <a:srgbClr val="5B6370"/>
                </a:solidFill>
                <a:latin typeface="Arial"/>
                <a:ea typeface="Arial"/>
                <a:cs typeface="Arial"/>
              </a:defRPr>
            </a:lvl9pPr>
          </a:lstStyle>
          <a:p xmlns:a="http://schemas.openxmlformats.org/drawingml/2006/main">
            <a:pPr>
              <a:defRPr sz="1200" b="0">
                <a:solidFill>
                  <a:srgbClr val="5B6370"/>
                </a:solidFill>
                <a:latin typeface="Arial"/>
                <a:ea typeface="Arial"/>
                <a:cs typeface="Arial"/>
              </a:defRPr>
            </a:pPr>
            <a:r>
              <a:rPr sz="1200" b="0">
                <a:solidFill>
                  <a:srgbClr val="5B6370"/>
                </a:solidFill>
                <a:latin typeface="Arial"/>
                <a:ea typeface="Arial"/>
                <a:cs typeface="Arial"/>
              </a:rPr>
              <a:t>05 / 07</a:t>
            </a:r>
          </a:p>
        </p:txBody>
      </p:sp>
      <p:graphicFrame>
        <p:nvGraphicFramePr>
          <p:cNvPr id="5" name="Chart">
            <a:extLst xmlns:a="http://schemas.openxmlformats.org/drawingml/2006/main">
              <a:ext uri="{FF2B5EF4-FFF2-40B4-BE49-F238E27FC236}">
                <a16:creationId xmlns:a16="http://schemas.microsoft.com/office/drawing/2014/main" id="{9F8154E8-1B02-4921-8EAF-69E8E9F4D1DF}"/>
              </a:ext>
            </a:extLst>
          </p:cNvPr>
          <p:cNvGraphicFramePr/>
          <p:nvPr/>
        </p:nvGraphicFramePr>
        <p:xfrm>
          <a:off xmlns:a="http://schemas.openxmlformats.org/drawingml/2006/main" x="542925" y="2257425"/>
          <a:ext xmlns:a="http://schemas.openxmlformats.org/drawingml/2006/main" cx="7762875" cy="3314700"/>
        </p:xfrm>
        <a:graphic xmlns:a="http://schemas.openxmlformats.org/drawingml/2006/main">
          <a:graphicData uri="http://schemas.openxmlformats.org/drawingml/2006/chart">
            <c:chart xmlns:r="http://schemas.openxmlformats.org/officeDocument/2006/relationships" xmlns:c="http://schemas.openxmlformats.org/drawingml/2006/chart" r:id="R60b76a92a88f4f6a"/>
          </a:graphicData>
        </a:graphic>
      </p:graphicFrame>
      <p:sp>
        <p:nvSpPr>
          <p:cNvPr id="6" name="">
            <a:extLst xmlns:a="http://schemas.openxmlformats.org/drawingml/2006/main">
              <a:ext uri="{FF2B5EF4-FFF2-40B4-BE49-F238E27FC236}">
                <a16:creationId xmlns:a16="http://schemas.microsoft.com/office/drawing/2014/main" id="{1BE73841-4BB5-4C13-94AA-01CCD6199131}"/>
              </a:ext>
            </a:extLst>
          </p:cNvPr>
          <p:cNvSpPr>
            <a:spLocks xmlns:a="http://schemas.openxmlformats.org/drawingml/2006/main" noGrp="1"/>
          </p:cNvSpPr>
          <p:nvPr/>
        </p:nvSpPr>
        <p:spPr>
          <a:xfrm xmlns:a="http://schemas.openxmlformats.org/drawingml/2006/main">
            <a:off x="8839200" y="2409825"/>
            <a:ext cx="2724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00" b="1">
                <a:solidFill>
                  <a:srgbClr val="B91C35"/>
                </a:solidFill>
                <a:latin typeface="Arial"/>
                <a:ea typeface="Arial"/>
                <a:cs typeface="Arial"/>
              </a:defRPr>
            </a:defPPr>
            <a:lvl1pPr>
              <a:defRPr sz="3600" b="1">
                <a:solidFill>
                  <a:srgbClr val="B91C35"/>
                </a:solidFill>
                <a:latin typeface="Arial"/>
                <a:ea typeface="Arial"/>
                <a:cs typeface="Arial"/>
              </a:defRPr>
            </a:lvl1pPr>
            <a:lvl2pPr>
              <a:defRPr sz="3600" b="1">
                <a:solidFill>
                  <a:srgbClr val="B91C35"/>
                </a:solidFill>
                <a:latin typeface="Arial"/>
                <a:ea typeface="Arial"/>
                <a:cs typeface="Arial"/>
              </a:defRPr>
            </a:lvl2pPr>
            <a:lvl3pPr>
              <a:defRPr sz="3600" b="1">
                <a:solidFill>
                  <a:srgbClr val="B91C35"/>
                </a:solidFill>
                <a:latin typeface="Arial"/>
                <a:ea typeface="Arial"/>
                <a:cs typeface="Arial"/>
              </a:defRPr>
            </a:lvl3pPr>
            <a:lvl4pPr>
              <a:defRPr sz="3600" b="1">
                <a:solidFill>
                  <a:srgbClr val="B91C35"/>
                </a:solidFill>
                <a:latin typeface="Arial"/>
                <a:ea typeface="Arial"/>
                <a:cs typeface="Arial"/>
              </a:defRPr>
            </a:lvl4pPr>
            <a:lvl5pPr>
              <a:defRPr sz="3600" b="1">
                <a:solidFill>
                  <a:srgbClr val="B91C35"/>
                </a:solidFill>
                <a:latin typeface="Arial"/>
                <a:ea typeface="Arial"/>
                <a:cs typeface="Arial"/>
              </a:defRPr>
            </a:lvl5pPr>
            <a:lvl6pPr>
              <a:defRPr sz="3600" b="1">
                <a:solidFill>
                  <a:srgbClr val="B91C35"/>
                </a:solidFill>
                <a:latin typeface="Arial"/>
                <a:ea typeface="Arial"/>
                <a:cs typeface="Arial"/>
              </a:defRPr>
            </a:lvl6pPr>
            <a:lvl7pPr>
              <a:defRPr sz="3600" b="1">
                <a:solidFill>
                  <a:srgbClr val="B91C35"/>
                </a:solidFill>
                <a:latin typeface="Arial"/>
                <a:ea typeface="Arial"/>
                <a:cs typeface="Arial"/>
              </a:defRPr>
            </a:lvl7pPr>
            <a:lvl8pPr>
              <a:defRPr sz="3600" b="1">
                <a:solidFill>
                  <a:srgbClr val="B91C35"/>
                </a:solidFill>
                <a:latin typeface="Arial"/>
                <a:ea typeface="Arial"/>
                <a:cs typeface="Arial"/>
              </a:defRPr>
            </a:lvl8pPr>
            <a:lvl9pPr>
              <a:defRPr sz="3600" b="1">
                <a:solidFill>
                  <a:srgbClr val="B91C35"/>
                </a:solidFill>
                <a:latin typeface="Arial"/>
                <a:ea typeface="Arial"/>
                <a:cs typeface="Arial"/>
              </a:defRPr>
            </a:lvl9pPr>
          </a:lstStyle>
          <a:p xmlns:a="http://schemas.openxmlformats.org/drawingml/2006/main">
            <a:pPr>
              <a:defRPr sz="3600" b="1">
                <a:solidFill>
                  <a:srgbClr val="B91C35"/>
                </a:solidFill>
                <a:latin typeface="Arial"/>
                <a:ea typeface="Arial"/>
                <a:cs typeface="Arial"/>
              </a:defRPr>
            </a:pPr>
            <a:r>
              <a:rPr sz="3600" b="1">
                <a:solidFill>
                  <a:srgbClr val="B91C35"/>
                </a:solidFill>
                <a:latin typeface="Arial"/>
                <a:ea typeface="Arial"/>
                <a:cs typeface="Arial"/>
              </a:rPr>
              <a:t>−12,4%</a:t>
            </a:r>
          </a:p>
        </p:txBody>
      </p:sp>
      <p:sp>
        <p:nvSpPr>
          <p:cNvPr id="7" name="">
            <a:extLst xmlns:a="http://schemas.openxmlformats.org/drawingml/2006/main">
              <a:ext uri="{FF2B5EF4-FFF2-40B4-BE49-F238E27FC236}">
                <a16:creationId xmlns:a16="http://schemas.microsoft.com/office/drawing/2014/main" id="{49E6C629-9B17-489A-9301-81012C82F309}"/>
              </a:ext>
            </a:extLst>
          </p:cNvPr>
          <p:cNvSpPr>
            <a:spLocks xmlns:a="http://schemas.openxmlformats.org/drawingml/2006/main" noGrp="1"/>
          </p:cNvSpPr>
          <p:nvPr/>
        </p:nvSpPr>
        <p:spPr>
          <a:xfrm xmlns:a="http://schemas.openxmlformats.org/drawingml/2006/main">
            <a:off x="8858250" y="3133725"/>
            <a:ext cx="257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202D40"/>
                </a:solidFill>
                <a:latin typeface="Arial"/>
                <a:ea typeface="Arial"/>
                <a:cs typeface="Arial"/>
              </a:defRPr>
            </a:defPPr>
            <a:lvl1pPr>
              <a:defRPr sz="2025" b="1">
                <a:solidFill>
                  <a:srgbClr val="202D40"/>
                </a:solidFill>
                <a:latin typeface="Arial"/>
                <a:ea typeface="Arial"/>
                <a:cs typeface="Arial"/>
              </a:defRPr>
            </a:lvl1pPr>
            <a:lvl2pPr>
              <a:defRPr sz="2025" b="1">
                <a:solidFill>
                  <a:srgbClr val="202D40"/>
                </a:solidFill>
                <a:latin typeface="Arial"/>
                <a:ea typeface="Arial"/>
                <a:cs typeface="Arial"/>
              </a:defRPr>
            </a:lvl2pPr>
            <a:lvl3pPr>
              <a:defRPr sz="2025" b="1">
                <a:solidFill>
                  <a:srgbClr val="202D40"/>
                </a:solidFill>
                <a:latin typeface="Arial"/>
                <a:ea typeface="Arial"/>
                <a:cs typeface="Arial"/>
              </a:defRPr>
            </a:lvl3pPr>
            <a:lvl4pPr>
              <a:defRPr sz="2025" b="1">
                <a:solidFill>
                  <a:srgbClr val="202D40"/>
                </a:solidFill>
                <a:latin typeface="Arial"/>
                <a:ea typeface="Arial"/>
                <a:cs typeface="Arial"/>
              </a:defRPr>
            </a:lvl4pPr>
            <a:lvl5pPr>
              <a:defRPr sz="2025" b="1">
                <a:solidFill>
                  <a:srgbClr val="202D40"/>
                </a:solidFill>
                <a:latin typeface="Arial"/>
                <a:ea typeface="Arial"/>
                <a:cs typeface="Arial"/>
              </a:defRPr>
            </a:lvl5pPr>
            <a:lvl6pPr>
              <a:defRPr sz="2025" b="1">
                <a:solidFill>
                  <a:srgbClr val="202D40"/>
                </a:solidFill>
                <a:latin typeface="Arial"/>
                <a:ea typeface="Arial"/>
                <a:cs typeface="Arial"/>
              </a:defRPr>
            </a:lvl6pPr>
            <a:lvl7pPr>
              <a:defRPr sz="2025" b="1">
                <a:solidFill>
                  <a:srgbClr val="202D40"/>
                </a:solidFill>
                <a:latin typeface="Arial"/>
                <a:ea typeface="Arial"/>
                <a:cs typeface="Arial"/>
              </a:defRPr>
            </a:lvl7pPr>
            <a:lvl8pPr>
              <a:defRPr sz="2025" b="1">
                <a:solidFill>
                  <a:srgbClr val="202D40"/>
                </a:solidFill>
                <a:latin typeface="Arial"/>
                <a:ea typeface="Arial"/>
                <a:cs typeface="Arial"/>
              </a:defRPr>
            </a:lvl8pPr>
            <a:lvl9pPr>
              <a:defRPr sz="2025" b="1">
                <a:solidFill>
                  <a:srgbClr val="202D40"/>
                </a:solidFill>
                <a:latin typeface="Arial"/>
                <a:ea typeface="Arial"/>
                <a:cs typeface="Arial"/>
              </a:defRPr>
            </a:lvl9pPr>
          </a:lstStyle>
          <a:p xmlns:a="http://schemas.openxmlformats.org/drawingml/2006/main">
            <a:pPr>
              <a:defRPr sz="2025" b="1">
                <a:solidFill>
                  <a:srgbClr val="202D40"/>
                </a:solidFill>
                <a:latin typeface="Arial"/>
                <a:ea typeface="Arial"/>
                <a:cs typeface="Arial"/>
              </a:defRPr>
            </a:pPr>
            <a:r>
              <a:rPr sz="2025" b="1">
                <a:solidFill>
                  <a:srgbClr val="202D40"/>
                </a:solidFill>
                <a:latin typeface="Arial"/>
                <a:ea typeface="Arial"/>
                <a:cs typeface="Arial"/>
              </a:rPr>
              <a:t>Lácteos</a:t>
            </a:r>
          </a:p>
        </p:txBody>
      </p:sp>
      <p:sp>
        <p:nvSpPr>
          <p:cNvPr id="8" name="">
            <a:extLst xmlns:a="http://schemas.openxmlformats.org/drawingml/2006/main">
              <a:ext uri="{FF2B5EF4-FFF2-40B4-BE49-F238E27FC236}">
                <a16:creationId xmlns:a16="http://schemas.microsoft.com/office/drawing/2014/main" id="{245D8604-13C1-4E24-8B41-BCFD99B8E88A}"/>
              </a:ext>
            </a:extLst>
          </p:cNvPr>
          <p:cNvSpPr>
            <a:spLocks xmlns:a="http://schemas.openxmlformats.org/drawingml/2006/main" noGrp="1"/>
          </p:cNvSpPr>
          <p:nvPr/>
        </p:nvSpPr>
        <p:spPr>
          <a:xfrm xmlns:a="http://schemas.openxmlformats.org/drawingml/2006/main">
            <a:off x="8858250" y="3552825"/>
            <a:ext cx="257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5B6370"/>
                </a:solidFill>
                <a:latin typeface="Arial"/>
                <a:ea typeface="Arial"/>
                <a:cs typeface="Arial"/>
              </a:defRPr>
            </a:defPPr>
            <a:lvl1pPr>
              <a:defRPr sz="1800" b="0">
                <a:solidFill>
                  <a:srgbClr val="5B6370"/>
                </a:solidFill>
                <a:latin typeface="Arial"/>
                <a:ea typeface="Arial"/>
                <a:cs typeface="Arial"/>
              </a:defRPr>
            </a:lvl1pPr>
            <a:lvl2pPr>
              <a:defRPr sz="1800" b="0">
                <a:solidFill>
                  <a:srgbClr val="5B6370"/>
                </a:solidFill>
                <a:latin typeface="Arial"/>
                <a:ea typeface="Arial"/>
                <a:cs typeface="Arial"/>
              </a:defRPr>
            </a:lvl2pPr>
            <a:lvl3pPr>
              <a:defRPr sz="1800" b="0">
                <a:solidFill>
                  <a:srgbClr val="5B6370"/>
                </a:solidFill>
                <a:latin typeface="Arial"/>
                <a:ea typeface="Arial"/>
                <a:cs typeface="Arial"/>
              </a:defRPr>
            </a:lvl3pPr>
            <a:lvl4pPr>
              <a:defRPr sz="1800" b="0">
                <a:solidFill>
                  <a:srgbClr val="5B6370"/>
                </a:solidFill>
                <a:latin typeface="Arial"/>
                <a:ea typeface="Arial"/>
                <a:cs typeface="Arial"/>
              </a:defRPr>
            </a:lvl4pPr>
            <a:lvl5pPr>
              <a:defRPr sz="1800" b="0">
                <a:solidFill>
                  <a:srgbClr val="5B6370"/>
                </a:solidFill>
                <a:latin typeface="Arial"/>
                <a:ea typeface="Arial"/>
                <a:cs typeface="Arial"/>
              </a:defRPr>
            </a:lvl5pPr>
            <a:lvl6pPr>
              <a:defRPr sz="1800" b="0">
                <a:solidFill>
                  <a:srgbClr val="5B6370"/>
                </a:solidFill>
                <a:latin typeface="Arial"/>
                <a:ea typeface="Arial"/>
                <a:cs typeface="Arial"/>
              </a:defRPr>
            </a:lvl6pPr>
            <a:lvl7pPr>
              <a:defRPr sz="1800" b="0">
                <a:solidFill>
                  <a:srgbClr val="5B6370"/>
                </a:solidFill>
                <a:latin typeface="Arial"/>
                <a:ea typeface="Arial"/>
                <a:cs typeface="Arial"/>
              </a:defRPr>
            </a:lvl7pPr>
            <a:lvl8pPr>
              <a:defRPr sz="1800" b="0">
                <a:solidFill>
                  <a:srgbClr val="5B6370"/>
                </a:solidFill>
                <a:latin typeface="Arial"/>
                <a:ea typeface="Arial"/>
                <a:cs typeface="Arial"/>
              </a:defRPr>
            </a:lvl8pPr>
            <a:lvl9pPr>
              <a:defRPr sz="1800" b="0">
                <a:solidFill>
                  <a:srgbClr val="5B6370"/>
                </a:solidFill>
                <a:latin typeface="Arial"/>
                <a:ea typeface="Arial"/>
                <a:cs typeface="Arial"/>
              </a:defRPr>
            </a:lvl9pPr>
          </a:lstStyle>
          <a:p xmlns:a="http://schemas.openxmlformats.org/drawingml/2006/main">
            <a:pPr>
              <a:defRPr sz="1800" b="0">
                <a:solidFill>
                  <a:srgbClr val="5B6370"/>
                </a:solidFill>
                <a:latin typeface="Arial"/>
                <a:ea typeface="Arial"/>
                <a:cs typeface="Arial"/>
              </a:defRPr>
            </a:pPr>
            <a:r>
              <a:rPr sz="1800" b="0">
                <a:solidFill>
                  <a:srgbClr val="5B6370"/>
                </a:solidFill>
                <a:latin typeface="Arial"/>
                <a:ea typeface="Arial"/>
                <a:cs typeface="Arial"/>
              </a:rPr>
              <a:t>Mayor caída entre</a:t>
            </a:r>
          </a:p>
          <a:p xmlns:a="http://schemas.openxmlformats.org/drawingml/2006/main">
            <a:pPr>
              <a:defRPr sz="1800" b="0">
                <a:solidFill>
                  <a:srgbClr val="5B6370"/>
                </a:solidFill>
                <a:latin typeface="Arial"/>
                <a:ea typeface="Arial"/>
                <a:cs typeface="Arial"/>
              </a:defRPr>
            </a:pPr>
            <a:r>
              <a:rPr sz="1800" b="0">
                <a:solidFill>
                  <a:srgbClr val="5B6370"/>
                </a:solidFill>
                <a:latin typeface="Arial"/>
                <a:ea typeface="Arial"/>
                <a:cs typeface="Arial"/>
              </a:rPr>
              <a:t>las seis categorías</a:t>
            </a:r>
          </a:p>
        </p:txBody>
      </p:sp>
      <p:sp>
        <p:nvSpPr>
          <p:cNvPr id="9" name="">
            <a:extLst xmlns:a="http://schemas.openxmlformats.org/drawingml/2006/main">
              <a:ext uri="{FF2B5EF4-FFF2-40B4-BE49-F238E27FC236}">
                <a16:creationId xmlns:a16="http://schemas.microsoft.com/office/drawing/2014/main" id="{8AF433D5-FCAF-4BA8-A6FB-88E1B7B55AC9}"/>
              </a:ext>
            </a:extLst>
          </p:cNvPr>
          <p:cNvSpPr>
            <a:spLocks xmlns:a="http://schemas.openxmlformats.org/drawingml/2006/main" noGrp="1"/>
          </p:cNvSpPr>
          <p:nvPr/>
        </p:nvSpPr>
        <p:spPr>
          <a:xfrm xmlns:a="http://schemas.openxmlformats.org/drawingml/2006/main">
            <a:off x="8839200" y="4610100"/>
            <a:ext cx="2571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450" b="1">
                <a:solidFill>
                  <a:srgbClr val="28706C"/>
                </a:solidFill>
                <a:latin typeface="Arial"/>
                <a:ea typeface="Arial"/>
                <a:cs typeface="Arial"/>
              </a:defRPr>
            </a:defPPr>
            <a:lvl1pPr>
              <a:defRPr sz="3450" b="1">
                <a:solidFill>
                  <a:srgbClr val="28706C"/>
                </a:solidFill>
                <a:latin typeface="Arial"/>
                <a:ea typeface="Arial"/>
                <a:cs typeface="Arial"/>
              </a:defRPr>
            </a:lvl1pPr>
            <a:lvl2pPr>
              <a:defRPr sz="3450" b="1">
                <a:solidFill>
                  <a:srgbClr val="28706C"/>
                </a:solidFill>
                <a:latin typeface="Arial"/>
                <a:ea typeface="Arial"/>
                <a:cs typeface="Arial"/>
              </a:defRPr>
            </a:lvl2pPr>
            <a:lvl3pPr>
              <a:defRPr sz="3450" b="1">
                <a:solidFill>
                  <a:srgbClr val="28706C"/>
                </a:solidFill>
                <a:latin typeface="Arial"/>
                <a:ea typeface="Arial"/>
                <a:cs typeface="Arial"/>
              </a:defRPr>
            </a:lvl3pPr>
            <a:lvl4pPr>
              <a:defRPr sz="3450" b="1">
                <a:solidFill>
                  <a:srgbClr val="28706C"/>
                </a:solidFill>
                <a:latin typeface="Arial"/>
                <a:ea typeface="Arial"/>
                <a:cs typeface="Arial"/>
              </a:defRPr>
            </a:lvl4pPr>
            <a:lvl5pPr>
              <a:defRPr sz="3450" b="1">
                <a:solidFill>
                  <a:srgbClr val="28706C"/>
                </a:solidFill>
                <a:latin typeface="Arial"/>
                <a:ea typeface="Arial"/>
                <a:cs typeface="Arial"/>
              </a:defRPr>
            </a:lvl5pPr>
            <a:lvl6pPr>
              <a:defRPr sz="3450" b="1">
                <a:solidFill>
                  <a:srgbClr val="28706C"/>
                </a:solidFill>
                <a:latin typeface="Arial"/>
                <a:ea typeface="Arial"/>
                <a:cs typeface="Arial"/>
              </a:defRPr>
            </a:lvl6pPr>
            <a:lvl7pPr>
              <a:defRPr sz="3450" b="1">
                <a:solidFill>
                  <a:srgbClr val="28706C"/>
                </a:solidFill>
                <a:latin typeface="Arial"/>
                <a:ea typeface="Arial"/>
                <a:cs typeface="Arial"/>
              </a:defRPr>
            </a:lvl7pPr>
            <a:lvl8pPr>
              <a:defRPr sz="3450" b="1">
                <a:solidFill>
                  <a:srgbClr val="28706C"/>
                </a:solidFill>
                <a:latin typeface="Arial"/>
                <a:ea typeface="Arial"/>
                <a:cs typeface="Arial"/>
              </a:defRPr>
            </a:lvl8pPr>
            <a:lvl9pPr>
              <a:defRPr sz="3450" b="1">
                <a:solidFill>
                  <a:srgbClr val="28706C"/>
                </a:solidFill>
                <a:latin typeface="Arial"/>
                <a:ea typeface="Arial"/>
                <a:cs typeface="Arial"/>
              </a:defRPr>
            </a:lvl9pPr>
          </a:lstStyle>
          <a:p xmlns:a="http://schemas.openxmlformats.org/drawingml/2006/main">
            <a:pPr>
              <a:defRPr sz="3450" b="1">
                <a:solidFill>
                  <a:srgbClr val="28706C"/>
                </a:solidFill>
                <a:latin typeface="Arial"/>
                <a:ea typeface="Arial"/>
                <a:cs typeface="Arial"/>
              </a:defRPr>
            </a:pPr>
            <a:r>
              <a:rPr sz="3450" b="1">
                <a:solidFill>
                  <a:srgbClr val="28706C"/>
                </a:solidFill>
                <a:latin typeface="Arial"/>
                <a:ea typeface="Arial"/>
                <a:cs typeface="Arial"/>
              </a:rPr>
              <a:t>+1,4%</a:t>
            </a:r>
          </a:p>
        </p:txBody>
      </p:sp>
      <p:sp>
        <p:nvSpPr>
          <p:cNvPr id="10" name="">
            <a:extLst xmlns:a="http://schemas.openxmlformats.org/drawingml/2006/main">
              <a:ext uri="{FF2B5EF4-FFF2-40B4-BE49-F238E27FC236}">
                <a16:creationId xmlns:a16="http://schemas.microsoft.com/office/drawing/2014/main" id="{D36F9129-B25A-4017-8ED1-B73CA9A1B87F}"/>
              </a:ext>
            </a:extLst>
          </p:cNvPr>
          <p:cNvSpPr>
            <a:spLocks xmlns:a="http://schemas.openxmlformats.org/drawingml/2006/main" noGrp="1"/>
          </p:cNvSpPr>
          <p:nvPr/>
        </p:nvSpPr>
        <p:spPr>
          <a:xfrm xmlns:a="http://schemas.openxmlformats.org/drawingml/2006/main">
            <a:off x="8858250" y="5238750"/>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202D40"/>
                </a:solidFill>
                <a:latin typeface="Arial"/>
                <a:ea typeface="Arial"/>
                <a:cs typeface="Arial"/>
              </a:defRPr>
            </a:defPPr>
            <a:lvl1pPr>
              <a:defRPr sz="2025" b="1">
                <a:solidFill>
                  <a:srgbClr val="202D40"/>
                </a:solidFill>
                <a:latin typeface="Arial"/>
                <a:ea typeface="Arial"/>
                <a:cs typeface="Arial"/>
              </a:defRPr>
            </a:lvl1pPr>
            <a:lvl2pPr>
              <a:defRPr sz="2025" b="1">
                <a:solidFill>
                  <a:srgbClr val="202D40"/>
                </a:solidFill>
                <a:latin typeface="Arial"/>
                <a:ea typeface="Arial"/>
                <a:cs typeface="Arial"/>
              </a:defRPr>
            </a:lvl2pPr>
            <a:lvl3pPr>
              <a:defRPr sz="2025" b="1">
                <a:solidFill>
                  <a:srgbClr val="202D40"/>
                </a:solidFill>
                <a:latin typeface="Arial"/>
                <a:ea typeface="Arial"/>
                <a:cs typeface="Arial"/>
              </a:defRPr>
            </a:lvl3pPr>
            <a:lvl4pPr>
              <a:defRPr sz="2025" b="1">
                <a:solidFill>
                  <a:srgbClr val="202D40"/>
                </a:solidFill>
                <a:latin typeface="Arial"/>
                <a:ea typeface="Arial"/>
                <a:cs typeface="Arial"/>
              </a:defRPr>
            </a:lvl4pPr>
            <a:lvl5pPr>
              <a:defRPr sz="2025" b="1">
                <a:solidFill>
                  <a:srgbClr val="202D40"/>
                </a:solidFill>
                <a:latin typeface="Arial"/>
                <a:ea typeface="Arial"/>
                <a:cs typeface="Arial"/>
              </a:defRPr>
            </a:lvl5pPr>
            <a:lvl6pPr>
              <a:defRPr sz="2025" b="1">
                <a:solidFill>
                  <a:srgbClr val="202D40"/>
                </a:solidFill>
                <a:latin typeface="Arial"/>
                <a:ea typeface="Arial"/>
                <a:cs typeface="Arial"/>
              </a:defRPr>
            </a:lvl6pPr>
            <a:lvl7pPr>
              <a:defRPr sz="2025" b="1">
                <a:solidFill>
                  <a:srgbClr val="202D40"/>
                </a:solidFill>
                <a:latin typeface="Arial"/>
                <a:ea typeface="Arial"/>
                <a:cs typeface="Arial"/>
              </a:defRPr>
            </a:lvl7pPr>
            <a:lvl8pPr>
              <a:defRPr sz="2025" b="1">
                <a:solidFill>
                  <a:srgbClr val="202D40"/>
                </a:solidFill>
                <a:latin typeface="Arial"/>
                <a:ea typeface="Arial"/>
                <a:cs typeface="Arial"/>
              </a:defRPr>
            </a:lvl8pPr>
            <a:lvl9pPr>
              <a:defRPr sz="2025" b="1">
                <a:solidFill>
                  <a:srgbClr val="202D40"/>
                </a:solidFill>
                <a:latin typeface="Arial"/>
                <a:ea typeface="Arial"/>
                <a:cs typeface="Arial"/>
              </a:defRPr>
            </a:lvl9pPr>
          </a:lstStyle>
          <a:p xmlns:a="http://schemas.openxmlformats.org/drawingml/2006/main">
            <a:pPr>
              <a:defRPr sz="2025" b="1">
                <a:solidFill>
                  <a:srgbClr val="202D40"/>
                </a:solidFill>
                <a:latin typeface="Arial"/>
                <a:ea typeface="Arial"/>
                <a:cs typeface="Arial"/>
              </a:defRPr>
            </a:pPr>
            <a:r>
              <a:rPr sz="2025" b="1">
                <a:solidFill>
                  <a:srgbClr val="202D40"/>
                </a:solidFill>
                <a:latin typeface="Arial"/>
                <a:ea typeface="Arial"/>
                <a:cs typeface="Arial"/>
              </a:rPr>
              <a:t>Limpieza</a:t>
            </a:r>
          </a:p>
        </p:txBody>
      </p:sp>
      <p:sp>
        <p:nvSpPr>
          <p:cNvPr id="11" name="">
            <a:extLst xmlns:a="http://schemas.openxmlformats.org/drawingml/2006/main">
              <a:ext uri="{FF2B5EF4-FFF2-40B4-BE49-F238E27FC236}">
                <a16:creationId xmlns:a16="http://schemas.microsoft.com/office/drawing/2014/main" id="{FA23AC59-5FE0-4123-A657-ABA9F955764A}"/>
              </a:ext>
            </a:extLst>
          </p:cNvPr>
          <p:cNvSpPr>
            <a:spLocks xmlns:a="http://schemas.openxmlformats.org/drawingml/2006/main" noGrp="1"/>
          </p:cNvSpPr>
          <p:nvPr/>
        </p:nvSpPr>
        <p:spPr>
          <a:xfrm xmlns:a="http://schemas.openxmlformats.org/drawingml/2006/main">
            <a:off x="628650" y="609600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5B6370"/>
                </a:solidFill>
                <a:latin typeface="Arial"/>
                <a:ea typeface="Arial"/>
                <a:cs typeface="Arial"/>
              </a:defRPr>
            </a:defPPr>
            <a:lvl1pPr>
              <a:defRPr sz="1575" b="0">
                <a:solidFill>
                  <a:srgbClr val="5B6370"/>
                </a:solidFill>
                <a:latin typeface="Arial"/>
                <a:ea typeface="Arial"/>
                <a:cs typeface="Arial"/>
              </a:defRPr>
            </a:lvl1pPr>
            <a:lvl2pPr>
              <a:defRPr sz="1575" b="0">
                <a:solidFill>
                  <a:srgbClr val="5B6370"/>
                </a:solidFill>
                <a:latin typeface="Arial"/>
                <a:ea typeface="Arial"/>
                <a:cs typeface="Arial"/>
              </a:defRPr>
            </a:lvl2pPr>
            <a:lvl3pPr>
              <a:defRPr sz="1575" b="0">
                <a:solidFill>
                  <a:srgbClr val="5B6370"/>
                </a:solidFill>
                <a:latin typeface="Arial"/>
                <a:ea typeface="Arial"/>
                <a:cs typeface="Arial"/>
              </a:defRPr>
            </a:lvl3pPr>
            <a:lvl4pPr>
              <a:defRPr sz="1575" b="0">
                <a:solidFill>
                  <a:srgbClr val="5B6370"/>
                </a:solidFill>
                <a:latin typeface="Arial"/>
                <a:ea typeface="Arial"/>
                <a:cs typeface="Arial"/>
              </a:defRPr>
            </a:lvl4pPr>
            <a:lvl5pPr>
              <a:defRPr sz="1575" b="0">
                <a:solidFill>
                  <a:srgbClr val="5B6370"/>
                </a:solidFill>
                <a:latin typeface="Arial"/>
                <a:ea typeface="Arial"/>
                <a:cs typeface="Arial"/>
              </a:defRPr>
            </a:lvl5pPr>
            <a:lvl6pPr>
              <a:defRPr sz="1575" b="0">
                <a:solidFill>
                  <a:srgbClr val="5B6370"/>
                </a:solidFill>
                <a:latin typeface="Arial"/>
                <a:ea typeface="Arial"/>
                <a:cs typeface="Arial"/>
              </a:defRPr>
            </a:lvl6pPr>
            <a:lvl7pPr>
              <a:defRPr sz="1575" b="0">
                <a:solidFill>
                  <a:srgbClr val="5B6370"/>
                </a:solidFill>
                <a:latin typeface="Arial"/>
                <a:ea typeface="Arial"/>
                <a:cs typeface="Arial"/>
              </a:defRPr>
            </a:lvl7pPr>
            <a:lvl8pPr>
              <a:defRPr sz="1575" b="0">
                <a:solidFill>
                  <a:srgbClr val="5B6370"/>
                </a:solidFill>
                <a:latin typeface="Arial"/>
                <a:ea typeface="Arial"/>
                <a:cs typeface="Arial"/>
              </a:defRPr>
            </a:lvl8pPr>
            <a:lvl9pPr>
              <a:defRPr sz="1575" b="0">
                <a:solidFill>
                  <a:srgbClr val="5B6370"/>
                </a:solidFill>
                <a:latin typeface="Arial"/>
                <a:ea typeface="Arial"/>
                <a:cs typeface="Arial"/>
              </a:defRPr>
            </a:lvl9pPr>
          </a:lstStyle>
          <a:p xmlns:a="http://schemas.openxmlformats.org/drawingml/2006/main">
            <a:pPr>
              <a:defRPr sz="1575" b="0">
                <a:solidFill>
                  <a:srgbClr val="5B6370"/>
                </a:solidFill>
                <a:latin typeface="Arial"/>
                <a:ea typeface="Arial"/>
                <a:cs typeface="Arial"/>
              </a:defRPr>
            </a:pPr>
            <a:r>
              <a:rPr sz="1575" b="0">
                <a:solidFill>
                  <a:srgbClr val="5B6370"/>
                </a:solidFill>
                <a:latin typeface="Arial"/>
                <a:ea typeface="Arial"/>
                <a:cs typeface="Arial"/>
              </a:rPr>
              <a:t>Comparación: 17/07–13/08 frente a 22/05–18/06. El cambio describe este local y periodo.</a:t>
            </a:r>
          </a:p>
        </p:txBody>
      </p:sp>
      <p:sp>
        <p:nvSpPr>
          <p:cNvPr id="12" name="">
            <a:extLst xmlns:a="http://schemas.openxmlformats.org/drawingml/2006/main">
              <a:ext uri="{FF2B5EF4-FFF2-40B4-BE49-F238E27FC236}">
                <a16:creationId xmlns:a16="http://schemas.microsoft.com/office/drawing/2014/main" id="{2951E837-2BED-40FA-8655-F42CB3EFC06F}"/>
              </a:ext>
            </a:extLst>
          </p:cNvPr>
          <p:cNvSpPr>
            <a:spLocks xmlns:a="http://schemas.openxmlformats.org/drawingml/2006/main" noGrp="1"/>
          </p:cNvSpPr>
          <p:nvPr/>
        </p:nvSpPr>
        <p:spPr>
          <a:xfrm xmlns:a="http://schemas.openxmlformats.org/drawingml/2006/main">
            <a:off x="8077200" y="646747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B6370"/>
                </a:solidFill>
                <a:latin typeface="Arial"/>
                <a:ea typeface="Arial"/>
                <a:cs typeface="Arial"/>
              </a:defRPr>
            </a:defPPr>
            <a:lvl1pPr>
              <a:defRPr sz="1200" b="0">
                <a:solidFill>
                  <a:srgbClr val="5B6370"/>
                </a:solidFill>
                <a:latin typeface="Arial"/>
                <a:ea typeface="Arial"/>
                <a:cs typeface="Arial"/>
              </a:defRPr>
            </a:lvl1pPr>
            <a:lvl2pPr>
              <a:defRPr sz="1200" b="0">
                <a:solidFill>
                  <a:srgbClr val="5B6370"/>
                </a:solidFill>
                <a:latin typeface="Arial"/>
                <a:ea typeface="Arial"/>
                <a:cs typeface="Arial"/>
              </a:defRPr>
            </a:lvl2pPr>
            <a:lvl3pPr>
              <a:defRPr sz="1200" b="0">
                <a:solidFill>
                  <a:srgbClr val="5B6370"/>
                </a:solidFill>
                <a:latin typeface="Arial"/>
                <a:ea typeface="Arial"/>
                <a:cs typeface="Arial"/>
              </a:defRPr>
            </a:lvl3pPr>
            <a:lvl4pPr>
              <a:defRPr sz="1200" b="0">
                <a:solidFill>
                  <a:srgbClr val="5B6370"/>
                </a:solidFill>
                <a:latin typeface="Arial"/>
                <a:ea typeface="Arial"/>
                <a:cs typeface="Arial"/>
              </a:defRPr>
            </a:lvl4pPr>
            <a:lvl5pPr>
              <a:defRPr sz="1200" b="0">
                <a:solidFill>
                  <a:srgbClr val="5B6370"/>
                </a:solidFill>
                <a:latin typeface="Arial"/>
                <a:ea typeface="Arial"/>
                <a:cs typeface="Arial"/>
              </a:defRPr>
            </a:lvl5pPr>
            <a:lvl6pPr>
              <a:defRPr sz="1200" b="0">
                <a:solidFill>
                  <a:srgbClr val="5B6370"/>
                </a:solidFill>
                <a:latin typeface="Arial"/>
                <a:ea typeface="Arial"/>
                <a:cs typeface="Arial"/>
              </a:defRPr>
            </a:lvl6pPr>
            <a:lvl7pPr>
              <a:defRPr sz="1200" b="0">
                <a:solidFill>
                  <a:srgbClr val="5B6370"/>
                </a:solidFill>
                <a:latin typeface="Arial"/>
                <a:ea typeface="Arial"/>
                <a:cs typeface="Arial"/>
              </a:defRPr>
            </a:lvl7pPr>
            <a:lvl8pPr>
              <a:defRPr sz="1200" b="0">
                <a:solidFill>
                  <a:srgbClr val="5B6370"/>
                </a:solidFill>
                <a:latin typeface="Arial"/>
                <a:ea typeface="Arial"/>
                <a:cs typeface="Arial"/>
              </a:defRPr>
            </a:lvl8pPr>
            <a:lvl9pPr>
              <a:defRPr sz="1200" b="0">
                <a:solidFill>
                  <a:srgbClr val="5B6370"/>
                </a:solidFill>
                <a:latin typeface="Arial"/>
                <a:ea typeface="Arial"/>
                <a:cs typeface="Arial"/>
              </a:defRPr>
            </a:lvl9pPr>
          </a:lstStyle>
          <a:p xmlns:a="http://schemas.openxmlformats.org/drawingml/2006/main">
            <a:pPr>
              <a:defRPr sz="1200" b="0">
                <a:solidFill>
                  <a:srgbClr val="5B6370"/>
                </a:solidFill>
                <a:latin typeface="Arial"/>
                <a:ea typeface="Arial"/>
                <a:cs typeface="Arial"/>
              </a:defRPr>
            </a:pPr>
            <a:r>
              <a:rPr sz="1200" b="0">
                <a:solidFill>
                  <a:srgbClr val="5B6370"/>
                </a:solidFill>
                <a:latin typeface="Arial"/>
                <a:ea typeface="Arial"/>
                <a:cs typeface="Arial"/>
                <a:hlinkClick xmlns:r="http://schemas.openxmlformats.org/officeDocument/2006/relationships" r:id="R53ee4fd4368d4aea"/>
              </a:rPr>
              <a:t>Fuente: Favorita / Kaggle</a:t>
            </a:r>
          </a:p>
        </p:txBody>
      </p:sp>
    </p:spTree>
    <p:extLst>
      <p:ext uri="{BB962C8B-B14F-4D97-AF65-F5344CB8AC3E}">
        <p14:creationId xmlns:p14="http://schemas.microsoft.com/office/powerpoint/2010/main" val="14429179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9D050E0-ED34-4A10-8CC3-65A35A93AEB6}"/>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202D40"/>
                </a:solidFill>
                <a:latin typeface="Arial"/>
                <a:ea typeface="Arial"/>
                <a:cs typeface="Arial"/>
              </a:defRPr>
            </a:defPPr>
            <a:lvl1pPr>
              <a:defRPr sz="3150" b="1">
                <a:solidFill>
                  <a:srgbClr val="202D40"/>
                </a:solidFill>
                <a:latin typeface="Arial"/>
                <a:ea typeface="Arial"/>
                <a:cs typeface="Arial"/>
              </a:defRPr>
            </a:lvl1pPr>
            <a:lvl2pPr>
              <a:defRPr sz="3150" b="1">
                <a:solidFill>
                  <a:srgbClr val="202D40"/>
                </a:solidFill>
                <a:latin typeface="Arial"/>
                <a:ea typeface="Arial"/>
                <a:cs typeface="Arial"/>
              </a:defRPr>
            </a:lvl2pPr>
            <a:lvl3pPr>
              <a:defRPr sz="3150" b="1">
                <a:solidFill>
                  <a:srgbClr val="202D40"/>
                </a:solidFill>
                <a:latin typeface="Arial"/>
                <a:ea typeface="Arial"/>
                <a:cs typeface="Arial"/>
              </a:defRPr>
            </a:lvl3pPr>
            <a:lvl4pPr>
              <a:defRPr sz="3150" b="1">
                <a:solidFill>
                  <a:srgbClr val="202D40"/>
                </a:solidFill>
                <a:latin typeface="Arial"/>
                <a:ea typeface="Arial"/>
                <a:cs typeface="Arial"/>
              </a:defRPr>
            </a:lvl4pPr>
            <a:lvl5pPr>
              <a:defRPr sz="3150" b="1">
                <a:solidFill>
                  <a:srgbClr val="202D40"/>
                </a:solidFill>
                <a:latin typeface="Arial"/>
                <a:ea typeface="Arial"/>
                <a:cs typeface="Arial"/>
              </a:defRPr>
            </a:lvl5pPr>
            <a:lvl6pPr>
              <a:defRPr sz="3150" b="1">
                <a:solidFill>
                  <a:srgbClr val="202D40"/>
                </a:solidFill>
                <a:latin typeface="Arial"/>
                <a:ea typeface="Arial"/>
                <a:cs typeface="Arial"/>
              </a:defRPr>
            </a:lvl6pPr>
            <a:lvl7pPr>
              <a:defRPr sz="3150" b="1">
                <a:solidFill>
                  <a:srgbClr val="202D40"/>
                </a:solidFill>
                <a:latin typeface="Arial"/>
                <a:ea typeface="Arial"/>
                <a:cs typeface="Arial"/>
              </a:defRPr>
            </a:lvl7pPr>
            <a:lvl8pPr>
              <a:defRPr sz="3150" b="1">
                <a:solidFill>
                  <a:srgbClr val="202D40"/>
                </a:solidFill>
                <a:latin typeface="Arial"/>
                <a:ea typeface="Arial"/>
                <a:cs typeface="Arial"/>
              </a:defRPr>
            </a:lvl8pPr>
            <a:lvl9pPr>
              <a:defRPr sz="3150" b="1">
                <a:solidFill>
                  <a:srgbClr val="202D40"/>
                </a:solidFill>
                <a:latin typeface="Arial"/>
                <a:ea typeface="Arial"/>
                <a:cs typeface="Arial"/>
              </a:defRPr>
            </a:lvl9pPr>
          </a:lstStyle>
          <a:p xmlns:a="http://schemas.openxmlformats.org/drawingml/2006/main">
            <a:pPr>
              <a:defRPr sz="3150" b="1">
                <a:solidFill>
                  <a:srgbClr val="202D40"/>
                </a:solidFill>
                <a:latin typeface="Arial"/>
                <a:ea typeface="Arial"/>
                <a:cs typeface="Arial"/>
              </a:defRPr>
            </a:pPr>
            <a:r>
              <a:rPr sz="3150" b="1">
                <a:solidFill>
                  <a:srgbClr val="202D40"/>
                </a:solidFill>
                <a:latin typeface="Arial"/>
                <a:ea typeface="Arial"/>
                <a:cs typeface="Arial"/>
              </a:rPr>
              <a:t>La LSTM mejora solo en bebidas</a:t>
            </a:r>
          </a:p>
        </p:txBody>
      </p:sp>
      <p:sp>
        <p:nvSpPr>
          <p:cNvPr id="2" name="">
            <a:extLst xmlns:a="http://schemas.openxmlformats.org/drawingml/2006/main">
              <a:ext uri="{FF2B5EF4-FFF2-40B4-BE49-F238E27FC236}">
                <a16:creationId xmlns:a16="http://schemas.microsoft.com/office/drawing/2014/main" id="{B7B749AC-9340-48E9-8673-65C7CB8C26D5}"/>
              </a:ext>
            </a:extLst>
          </p:cNvPr>
          <p:cNvSpPr>
            <a:spLocks xmlns:a="http://schemas.openxmlformats.org/drawingml/2006/main" noGrp="1"/>
          </p:cNvSpPr>
          <p:nvPr/>
        </p:nvSpPr>
        <p:spPr>
          <a:xfrm xmlns:a="http://schemas.openxmlformats.org/drawingml/2006/main">
            <a:off x="628650" y="1428750"/>
            <a:ext cx="10934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5B6370"/>
                </a:solidFill>
                <a:latin typeface="Arial"/>
                <a:ea typeface="Arial"/>
                <a:cs typeface="Arial"/>
              </a:defRPr>
            </a:defPPr>
            <a:lvl1pPr>
              <a:defRPr sz="1800" b="0">
                <a:solidFill>
                  <a:srgbClr val="5B6370"/>
                </a:solidFill>
                <a:latin typeface="Arial"/>
                <a:ea typeface="Arial"/>
                <a:cs typeface="Arial"/>
              </a:defRPr>
            </a:lvl1pPr>
            <a:lvl2pPr>
              <a:defRPr sz="1800" b="0">
                <a:solidFill>
                  <a:srgbClr val="5B6370"/>
                </a:solidFill>
                <a:latin typeface="Arial"/>
                <a:ea typeface="Arial"/>
                <a:cs typeface="Arial"/>
              </a:defRPr>
            </a:lvl2pPr>
            <a:lvl3pPr>
              <a:defRPr sz="1800" b="0">
                <a:solidFill>
                  <a:srgbClr val="5B6370"/>
                </a:solidFill>
                <a:latin typeface="Arial"/>
                <a:ea typeface="Arial"/>
                <a:cs typeface="Arial"/>
              </a:defRPr>
            </a:lvl3pPr>
            <a:lvl4pPr>
              <a:defRPr sz="1800" b="0">
                <a:solidFill>
                  <a:srgbClr val="5B6370"/>
                </a:solidFill>
                <a:latin typeface="Arial"/>
                <a:ea typeface="Arial"/>
                <a:cs typeface="Arial"/>
              </a:defRPr>
            </a:lvl4pPr>
            <a:lvl5pPr>
              <a:defRPr sz="1800" b="0">
                <a:solidFill>
                  <a:srgbClr val="5B6370"/>
                </a:solidFill>
                <a:latin typeface="Arial"/>
                <a:ea typeface="Arial"/>
                <a:cs typeface="Arial"/>
              </a:defRPr>
            </a:lvl5pPr>
            <a:lvl6pPr>
              <a:defRPr sz="1800" b="0">
                <a:solidFill>
                  <a:srgbClr val="5B6370"/>
                </a:solidFill>
                <a:latin typeface="Arial"/>
                <a:ea typeface="Arial"/>
                <a:cs typeface="Arial"/>
              </a:defRPr>
            </a:lvl6pPr>
            <a:lvl7pPr>
              <a:defRPr sz="1800" b="0">
                <a:solidFill>
                  <a:srgbClr val="5B6370"/>
                </a:solidFill>
                <a:latin typeface="Arial"/>
                <a:ea typeface="Arial"/>
                <a:cs typeface="Arial"/>
              </a:defRPr>
            </a:lvl7pPr>
            <a:lvl8pPr>
              <a:defRPr sz="1800" b="0">
                <a:solidFill>
                  <a:srgbClr val="5B6370"/>
                </a:solidFill>
                <a:latin typeface="Arial"/>
                <a:ea typeface="Arial"/>
                <a:cs typeface="Arial"/>
              </a:defRPr>
            </a:lvl8pPr>
            <a:lvl9pPr>
              <a:defRPr sz="1800" b="0">
                <a:solidFill>
                  <a:srgbClr val="5B6370"/>
                </a:solidFill>
                <a:latin typeface="Arial"/>
                <a:ea typeface="Arial"/>
                <a:cs typeface="Arial"/>
              </a:defRPr>
            </a:lvl9pPr>
          </a:lstStyle>
          <a:p xmlns:a="http://schemas.openxmlformats.org/drawingml/2006/main">
            <a:pPr>
              <a:defRPr sz="1800" b="0">
                <a:solidFill>
                  <a:srgbClr val="5B6370"/>
                </a:solidFill>
                <a:latin typeface="Arial"/>
                <a:ea typeface="Arial"/>
                <a:cs typeface="Arial"/>
              </a:defRPr>
            </a:pPr>
            <a:r>
              <a:rPr sz="1800" b="0">
                <a:solidFill>
                  <a:srgbClr val="5B6370"/>
                </a:solidFill>
                <a:latin typeface="Arial"/>
                <a:ea typeface="Arial"/>
                <a:cs typeface="Arial"/>
              </a:rPr>
              <a:t>Ventana de 6 días. Ocho semanas para entrenar y cuatro para probar.</a:t>
            </a:r>
          </a:p>
        </p:txBody>
      </p:sp>
      <p:sp>
        <p:nvSpPr>
          <p:cNvPr id="3" name="">
            <a:extLst xmlns:a="http://schemas.openxmlformats.org/drawingml/2006/main">
              <a:ext uri="{FF2B5EF4-FFF2-40B4-BE49-F238E27FC236}">
                <a16:creationId xmlns:a16="http://schemas.microsoft.com/office/drawing/2014/main" id="{06F5E15F-B8F4-4AEB-93AC-E0CF575B0E5A}"/>
              </a:ext>
            </a:extLst>
          </p:cNvPr>
          <p:cNvSpPr>
            <a:spLocks xmlns:a="http://schemas.openxmlformats.org/drawingml/2006/main" noGrp="1"/>
          </p:cNvSpPr>
          <p:nvPr/>
        </p:nvSpPr>
        <p:spPr>
          <a:xfrm xmlns:a="http://schemas.openxmlformats.org/drawingml/2006/main">
            <a:off x="609600" y="6467475"/>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B6370"/>
                </a:solidFill>
                <a:latin typeface="Arial"/>
                <a:ea typeface="Arial"/>
                <a:cs typeface="Arial"/>
              </a:defRPr>
            </a:defPPr>
            <a:lvl1pPr>
              <a:defRPr sz="1200" b="0">
                <a:solidFill>
                  <a:srgbClr val="5B6370"/>
                </a:solidFill>
                <a:latin typeface="Arial"/>
                <a:ea typeface="Arial"/>
                <a:cs typeface="Arial"/>
              </a:defRPr>
            </a:lvl1pPr>
            <a:lvl2pPr>
              <a:defRPr sz="1200" b="0">
                <a:solidFill>
                  <a:srgbClr val="5B6370"/>
                </a:solidFill>
                <a:latin typeface="Arial"/>
                <a:ea typeface="Arial"/>
                <a:cs typeface="Arial"/>
              </a:defRPr>
            </a:lvl2pPr>
            <a:lvl3pPr>
              <a:defRPr sz="1200" b="0">
                <a:solidFill>
                  <a:srgbClr val="5B6370"/>
                </a:solidFill>
                <a:latin typeface="Arial"/>
                <a:ea typeface="Arial"/>
                <a:cs typeface="Arial"/>
              </a:defRPr>
            </a:lvl3pPr>
            <a:lvl4pPr>
              <a:defRPr sz="1200" b="0">
                <a:solidFill>
                  <a:srgbClr val="5B6370"/>
                </a:solidFill>
                <a:latin typeface="Arial"/>
                <a:ea typeface="Arial"/>
                <a:cs typeface="Arial"/>
              </a:defRPr>
            </a:lvl4pPr>
            <a:lvl5pPr>
              <a:defRPr sz="1200" b="0">
                <a:solidFill>
                  <a:srgbClr val="5B6370"/>
                </a:solidFill>
                <a:latin typeface="Arial"/>
                <a:ea typeface="Arial"/>
                <a:cs typeface="Arial"/>
              </a:defRPr>
            </a:lvl5pPr>
            <a:lvl6pPr>
              <a:defRPr sz="1200" b="0">
                <a:solidFill>
                  <a:srgbClr val="5B6370"/>
                </a:solidFill>
                <a:latin typeface="Arial"/>
                <a:ea typeface="Arial"/>
                <a:cs typeface="Arial"/>
              </a:defRPr>
            </a:lvl6pPr>
            <a:lvl7pPr>
              <a:defRPr sz="1200" b="0">
                <a:solidFill>
                  <a:srgbClr val="5B6370"/>
                </a:solidFill>
                <a:latin typeface="Arial"/>
                <a:ea typeface="Arial"/>
                <a:cs typeface="Arial"/>
              </a:defRPr>
            </a:lvl7pPr>
            <a:lvl8pPr>
              <a:defRPr sz="1200" b="0">
                <a:solidFill>
                  <a:srgbClr val="5B6370"/>
                </a:solidFill>
                <a:latin typeface="Arial"/>
                <a:ea typeface="Arial"/>
                <a:cs typeface="Arial"/>
              </a:defRPr>
            </a:lvl8pPr>
            <a:lvl9pPr>
              <a:defRPr sz="1200" b="0">
                <a:solidFill>
                  <a:srgbClr val="5B6370"/>
                </a:solidFill>
                <a:latin typeface="Arial"/>
                <a:ea typeface="Arial"/>
                <a:cs typeface="Arial"/>
              </a:defRPr>
            </a:lvl9pPr>
          </a:lstStyle>
          <a:p xmlns:a="http://schemas.openxmlformats.org/drawingml/2006/main">
            <a:pPr>
              <a:defRPr sz="1200" b="0">
                <a:solidFill>
                  <a:srgbClr val="5B6370"/>
                </a:solidFill>
                <a:latin typeface="Arial"/>
                <a:ea typeface="Arial"/>
                <a:cs typeface="Arial"/>
              </a:defRPr>
            </a:pPr>
            <a:r>
              <a:rPr sz="1200" b="0">
                <a:solidFill>
                  <a:srgbClr val="5B6370"/>
                </a:solidFill>
                <a:latin typeface="Arial"/>
                <a:ea typeface="Arial"/>
                <a:cs typeface="Arial"/>
              </a:rPr>
              <a:t>Favorita · tienda 44 · Quito</a:t>
            </a:r>
          </a:p>
        </p:txBody>
      </p:sp>
      <p:sp>
        <p:nvSpPr>
          <p:cNvPr id="4" name="">
            <a:extLst xmlns:a="http://schemas.openxmlformats.org/drawingml/2006/main">
              <a:ext uri="{FF2B5EF4-FFF2-40B4-BE49-F238E27FC236}">
                <a16:creationId xmlns:a16="http://schemas.microsoft.com/office/drawing/2014/main" id="{C1CA56A1-D3A6-4139-B8E9-B2D36E3AD2EB}"/>
              </a:ext>
            </a:extLst>
          </p:cNvPr>
          <p:cNvSpPr>
            <a:spLocks xmlns:a="http://schemas.openxmlformats.org/drawingml/2006/main" noGrp="1"/>
          </p:cNvSpPr>
          <p:nvPr/>
        </p:nvSpPr>
        <p:spPr>
          <a:xfrm xmlns:a="http://schemas.openxmlformats.org/drawingml/2006/main">
            <a:off x="10744200" y="6467475"/>
            <a:ext cx="83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B6370"/>
                </a:solidFill>
                <a:latin typeface="Arial"/>
                <a:ea typeface="Arial"/>
                <a:cs typeface="Arial"/>
              </a:defRPr>
            </a:defPPr>
            <a:lvl1pPr>
              <a:defRPr sz="1200" b="0">
                <a:solidFill>
                  <a:srgbClr val="5B6370"/>
                </a:solidFill>
                <a:latin typeface="Arial"/>
                <a:ea typeface="Arial"/>
                <a:cs typeface="Arial"/>
              </a:defRPr>
            </a:lvl1pPr>
            <a:lvl2pPr>
              <a:defRPr sz="1200" b="0">
                <a:solidFill>
                  <a:srgbClr val="5B6370"/>
                </a:solidFill>
                <a:latin typeface="Arial"/>
                <a:ea typeface="Arial"/>
                <a:cs typeface="Arial"/>
              </a:defRPr>
            </a:lvl2pPr>
            <a:lvl3pPr>
              <a:defRPr sz="1200" b="0">
                <a:solidFill>
                  <a:srgbClr val="5B6370"/>
                </a:solidFill>
                <a:latin typeface="Arial"/>
                <a:ea typeface="Arial"/>
                <a:cs typeface="Arial"/>
              </a:defRPr>
            </a:lvl3pPr>
            <a:lvl4pPr>
              <a:defRPr sz="1200" b="0">
                <a:solidFill>
                  <a:srgbClr val="5B6370"/>
                </a:solidFill>
                <a:latin typeface="Arial"/>
                <a:ea typeface="Arial"/>
                <a:cs typeface="Arial"/>
              </a:defRPr>
            </a:lvl4pPr>
            <a:lvl5pPr>
              <a:defRPr sz="1200" b="0">
                <a:solidFill>
                  <a:srgbClr val="5B6370"/>
                </a:solidFill>
                <a:latin typeface="Arial"/>
                <a:ea typeface="Arial"/>
                <a:cs typeface="Arial"/>
              </a:defRPr>
            </a:lvl5pPr>
            <a:lvl6pPr>
              <a:defRPr sz="1200" b="0">
                <a:solidFill>
                  <a:srgbClr val="5B6370"/>
                </a:solidFill>
                <a:latin typeface="Arial"/>
                <a:ea typeface="Arial"/>
                <a:cs typeface="Arial"/>
              </a:defRPr>
            </a:lvl6pPr>
            <a:lvl7pPr>
              <a:defRPr sz="1200" b="0">
                <a:solidFill>
                  <a:srgbClr val="5B6370"/>
                </a:solidFill>
                <a:latin typeface="Arial"/>
                <a:ea typeface="Arial"/>
                <a:cs typeface="Arial"/>
              </a:defRPr>
            </a:lvl7pPr>
            <a:lvl8pPr>
              <a:defRPr sz="1200" b="0">
                <a:solidFill>
                  <a:srgbClr val="5B6370"/>
                </a:solidFill>
                <a:latin typeface="Arial"/>
                <a:ea typeface="Arial"/>
                <a:cs typeface="Arial"/>
              </a:defRPr>
            </a:lvl8pPr>
            <a:lvl9pPr>
              <a:defRPr sz="1200" b="0">
                <a:solidFill>
                  <a:srgbClr val="5B6370"/>
                </a:solidFill>
                <a:latin typeface="Arial"/>
                <a:ea typeface="Arial"/>
                <a:cs typeface="Arial"/>
              </a:defRPr>
            </a:lvl9pPr>
          </a:lstStyle>
          <a:p xmlns:a="http://schemas.openxmlformats.org/drawingml/2006/main">
            <a:pPr>
              <a:defRPr sz="1200" b="0">
                <a:solidFill>
                  <a:srgbClr val="5B6370"/>
                </a:solidFill>
                <a:latin typeface="Arial"/>
                <a:ea typeface="Arial"/>
                <a:cs typeface="Arial"/>
              </a:defRPr>
            </a:pPr>
            <a:r>
              <a:rPr sz="1200" b="0">
                <a:solidFill>
                  <a:srgbClr val="5B6370"/>
                </a:solidFill>
                <a:latin typeface="Arial"/>
                <a:ea typeface="Arial"/>
                <a:cs typeface="Arial"/>
              </a:rPr>
              <a:t>06 / 07</a:t>
            </a:r>
          </a:p>
        </p:txBody>
      </p:sp>
      <p:sp>
        <p:nvSpPr>
          <p:cNvPr id="5" name="">
            <a:extLst xmlns:a="http://schemas.openxmlformats.org/drawingml/2006/main">
              <a:ext uri="{FF2B5EF4-FFF2-40B4-BE49-F238E27FC236}">
                <a16:creationId xmlns:a16="http://schemas.microsoft.com/office/drawing/2014/main" id="{D9F7B0FD-6F28-48AF-8852-EFBFF38D5EE2}"/>
              </a:ext>
            </a:extLst>
          </p:cNvPr>
          <p:cNvSpPr>
            <a:spLocks xmlns:a="http://schemas.openxmlformats.org/drawingml/2006/main" noGrp="1"/>
          </p:cNvSpPr>
          <p:nvPr/>
        </p:nvSpPr>
        <p:spPr>
          <a:xfrm xmlns:a="http://schemas.openxmlformats.org/drawingml/2006/main">
            <a:off x="647700" y="209550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1">
                <a:solidFill>
                  <a:srgbClr val="202D40"/>
                </a:solidFill>
                <a:latin typeface="Arial"/>
                <a:ea typeface="Arial"/>
                <a:cs typeface="Arial"/>
              </a:defRPr>
            </a:defPPr>
            <a:lvl1pPr>
              <a:defRPr sz="1875" b="1">
                <a:solidFill>
                  <a:srgbClr val="202D40"/>
                </a:solidFill>
                <a:latin typeface="Arial"/>
                <a:ea typeface="Arial"/>
                <a:cs typeface="Arial"/>
              </a:defRPr>
            </a:lvl1pPr>
            <a:lvl2pPr>
              <a:defRPr sz="1875" b="1">
                <a:solidFill>
                  <a:srgbClr val="202D40"/>
                </a:solidFill>
                <a:latin typeface="Arial"/>
                <a:ea typeface="Arial"/>
                <a:cs typeface="Arial"/>
              </a:defRPr>
            </a:lvl2pPr>
            <a:lvl3pPr>
              <a:defRPr sz="1875" b="1">
                <a:solidFill>
                  <a:srgbClr val="202D40"/>
                </a:solidFill>
                <a:latin typeface="Arial"/>
                <a:ea typeface="Arial"/>
                <a:cs typeface="Arial"/>
              </a:defRPr>
            </a:lvl3pPr>
            <a:lvl4pPr>
              <a:defRPr sz="1875" b="1">
                <a:solidFill>
                  <a:srgbClr val="202D40"/>
                </a:solidFill>
                <a:latin typeface="Arial"/>
                <a:ea typeface="Arial"/>
                <a:cs typeface="Arial"/>
              </a:defRPr>
            </a:lvl4pPr>
            <a:lvl5pPr>
              <a:defRPr sz="1875" b="1">
                <a:solidFill>
                  <a:srgbClr val="202D40"/>
                </a:solidFill>
                <a:latin typeface="Arial"/>
                <a:ea typeface="Arial"/>
                <a:cs typeface="Arial"/>
              </a:defRPr>
            </a:lvl5pPr>
            <a:lvl6pPr>
              <a:defRPr sz="1875" b="1">
                <a:solidFill>
                  <a:srgbClr val="202D40"/>
                </a:solidFill>
                <a:latin typeface="Arial"/>
                <a:ea typeface="Arial"/>
                <a:cs typeface="Arial"/>
              </a:defRPr>
            </a:lvl6pPr>
            <a:lvl7pPr>
              <a:defRPr sz="1875" b="1">
                <a:solidFill>
                  <a:srgbClr val="202D40"/>
                </a:solidFill>
                <a:latin typeface="Arial"/>
                <a:ea typeface="Arial"/>
                <a:cs typeface="Arial"/>
              </a:defRPr>
            </a:lvl7pPr>
            <a:lvl8pPr>
              <a:defRPr sz="1875" b="1">
                <a:solidFill>
                  <a:srgbClr val="202D40"/>
                </a:solidFill>
                <a:latin typeface="Arial"/>
                <a:ea typeface="Arial"/>
                <a:cs typeface="Arial"/>
              </a:defRPr>
            </a:lvl8pPr>
            <a:lvl9pPr>
              <a:defRPr sz="1875" b="1">
                <a:solidFill>
                  <a:srgbClr val="202D40"/>
                </a:solidFill>
                <a:latin typeface="Arial"/>
                <a:ea typeface="Arial"/>
                <a:cs typeface="Arial"/>
              </a:defRPr>
            </a:lvl9pPr>
          </a:lstStyle>
          <a:p xmlns:a="http://schemas.openxmlformats.org/drawingml/2006/main">
            <a:pPr>
              <a:defRPr sz="1875" b="1">
                <a:solidFill>
                  <a:srgbClr val="202D40"/>
                </a:solidFill>
                <a:latin typeface="Arial"/>
                <a:ea typeface="Arial"/>
                <a:cs typeface="Arial"/>
              </a:defRPr>
            </a:pPr>
            <a:r>
              <a:rPr sz="1875" b="1">
                <a:solidFill>
                  <a:srgbClr val="202D40"/>
                </a:solidFill>
                <a:latin typeface="Arial"/>
                <a:ea typeface="Arial"/>
                <a:cs typeface="Arial"/>
              </a:rPr>
              <a:t>Bebidas: ventas reales y estimadas</a:t>
            </a:r>
          </a:p>
        </p:txBody>
      </p:sp>
      <p:graphicFrame>
        <p:nvGraphicFramePr>
          <p:cNvPr id="6" name="Chart">
            <a:extLst xmlns:a="http://schemas.openxmlformats.org/drawingml/2006/main">
              <a:ext uri="{FF2B5EF4-FFF2-40B4-BE49-F238E27FC236}">
                <a16:creationId xmlns:a16="http://schemas.microsoft.com/office/drawing/2014/main" id="{EF8B78DD-665A-4284-8029-284E34BB438C}"/>
              </a:ext>
            </a:extLst>
          </p:cNvPr>
          <p:cNvGraphicFramePr/>
          <p:nvPr/>
        </p:nvGraphicFramePr>
        <p:xfrm>
          <a:off xmlns:a="http://schemas.openxmlformats.org/drawingml/2006/main" x="571500" y="2600325"/>
          <a:ext xmlns:a="http://schemas.openxmlformats.org/drawingml/2006/main" cx="6315075" cy="2362200"/>
        </p:xfrm>
        <a:graphic xmlns:a="http://schemas.openxmlformats.org/drawingml/2006/main">
          <a:graphicData uri="http://schemas.openxmlformats.org/drawingml/2006/chart">
            <c:chart xmlns:r="http://schemas.openxmlformats.org/officeDocument/2006/relationships" xmlns:c="http://schemas.openxmlformats.org/drawingml/2006/chart" r:id="R41a9de8b9a664269"/>
          </a:graphicData>
        </a:graphic>
      </p:graphicFrame>
      <p:sp>
        <p:nvSpPr>
          <p:cNvPr id="7" name="">
            <a:extLst xmlns:a="http://schemas.openxmlformats.org/drawingml/2006/main">
              <a:ext uri="{FF2B5EF4-FFF2-40B4-BE49-F238E27FC236}">
                <a16:creationId xmlns:a16="http://schemas.microsoft.com/office/drawing/2014/main" id="{BFFA5FFB-46F5-429D-9FEB-D1CB73D5877E}"/>
              </a:ext>
            </a:extLst>
          </p:cNvPr>
          <p:cNvSpPr>
            <a:spLocks xmlns:a="http://schemas.openxmlformats.org/drawingml/2006/main" noGrp="1"/>
          </p:cNvSpPr>
          <p:nvPr/>
        </p:nvSpPr>
        <p:spPr>
          <a:xfrm xmlns:a="http://schemas.openxmlformats.org/drawingml/2006/main">
            <a:off x="7429500" y="2095500"/>
            <a:ext cx="4143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1">
                <a:solidFill>
                  <a:srgbClr val="202D40"/>
                </a:solidFill>
                <a:latin typeface="Arial"/>
                <a:ea typeface="Arial"/>
                <a:cs typeface="Arial"/>
              </a:defRPr>
            </a:defPPr>
            <a:lvl1pPr>
              <a:defRPr sz="1875" b="1">
                <a:solidFill>
                  <a:srgbClr val="202D40"/>
                </a:solidFill>
                <a:latin typeface="Arial"/>
                <a:ea typeface="Arial"/>
                <a:cs typeface="Arial"/>
              </a:defRPr>
            </a:lvl1pPr>
            <a:lvl2pPr>
              <a:defRPr sz="1875" b="1">
                <a:solidFill>
                  <a:srgbClr val="202D40"/>
                </a:solidFill>
                <a:latin typeface="Arial"/>
                <a:ea typeface="Arial"/>
                <a:cs typeface="Arial"/>
              </a:defRPr>
            </a:lvl2pPr>
            <a:lvl3pPr>
              <a:defRPr sz="1875" b="1">
                <a:solidFill>
                  <a:srgbClr val="202D40"/>
                </a:solidFill>
                <a:latin typeface="Arial"/>
                <a:ea typeface="Arial"/>
                <a:cs typeface="Arial"/>
              </a:defRPr>
            </a:lvl3pPr>
            <a:lvl4pPr>
              <a:defRPr sz="1875" b="1">
                <a:solidFill>
                  <a:srgbClr val="202D40"/>
                </a:solidFill>
                <a:latin typeface="Arial"/>
                <a:ea typeface="Arial"/>
                <a:cs typeface="Arial"/>
              </a:defRPr>
            </a:lvl4pPr>
            <a:lvl5pPr>
              <a:defRPr sz="1875" b="1">
                <a:solidFill>
                  <a:srgbClr val="202D40"/>
                </a:solidFill>
                <a:latin typeface="Arial"/>
                <a:ea typeface="Arial"/>
                <a:cs typeface="Arial"/>
              </a:defRPr>
            </a:lvl5pPr>
            <a:lvl6pPr>
              <a:defRPr sz="1875" b="1">
                <a:solidFill>
                  <a:srgbClr val="202D40"/>
                </a:solidFill>
                <a:latin typeface="Arial"/>
                <a:ea typeface="Arial"/>
                <a:cs typeface="Arial"/>
              </a:defRPr>
            </a:lvl6pPr>
            <a:lvl7pPr>
              <a:defRPr sz="1875" b="1">
                <a:solidFill>
                  <a:srgbClr val="202D40"/>
                </a:solidFill>
                <a:latin typeface="Arial"/>
                <a:ea typeface="Arial"/>
                <a:cs typeface="Arial"/>
              </a:defRPr>
            </a:lvl7pPr>
            <a:lvl8pPr>
              <a:defRPr sz="1875" b="1">
                <a:solidFill>
                  <a:srgbClr val="202D40"/>
                </a:solidFill>
                <a:latin typeface="Arial"/>
                <a:ea typeface="Arial"/>
                <a:cs typeface="Arial"/>
              </a:defRPr>
            </a:lvl8pPr>
            <a:lvl9pPr>
              <a:defRPr sz="1875" b="1">
                <a:solidFill>
                  <a:srgbClr val="202D40"/>
                </a:solidFill>
                <a:latin typeface="Arial"/>
                <a:ea typeface="Arial"/>
                <a:cs typeface="Arial"/>
              </a:defRPr>
            </a:lvl9pPr>
          </a:lstStyle>
          <a:p xmlns:a="http://schemas.openxmlformats.org/drawingml/2006/main">
            <a:pPr>
              <a:defRPr sz="1875" b="1">
                <a:solidFill>
                  <a:srgbClr val="202D40"/>
                </a:solidFill>
                <a:latin typeface="Arial"/>
                <a:ea typeface="Arial"/>
                <a:cs typeface="Arial"/>
              </a:defRPr>
            </a:pPr>
            <a:r>
              <a:rPr sz="1875" b="1">
                <a:solidFill>
                  <a:srgbClr val="202D40"/>
                </a:solidFill>
                <a:latin typeface="Arial"/>
                <a:ea typeface="Arial"/>
                <a:cs typeface="Arial"/>
              </a:rPr>
              <a:t>RMSE de prueba</a:t>
            </a:r>
          </a:p>
        </p:txBody>
      </p:sp>
      <p:graphicFrame>
        <p:nvGraphicFramePr>
          <p:cNvPr id="8" name="">
            <a:extLst xmlns:a="http://schemas.openxmlformats.org/drawingml/2006/main">
              <a:ext uri="{FF2B5EF4-FFF2-40B4-BE49-F238E27FC236}">
                <a16:creationId xmlns:a16="http://schemas.microsoft.com/office/drawing/2014/main" id="{C0365CB8-FF20-4E65-B475-7883C69ECC61}"/>
              </a:ext>
            </a:extLst>
          </p:cNvPr>
          <p:cNvGraphicFramePr/>
          <p:nvPr/>
        </p:nvGraphicFramePr>
        <p:xfrm>
          <a:off xmlns:a="http://schemas.openxmlformats.org/drawingml/2006/main" x="7372350" y="2571750"/>
          <a:ext xmlns:a="http://schemas.openxmlformats.org/drawingml/2006/main" cx="4210050" cy="2324100"/>
        </p:xfrm>
        <a:graphic xmlns:a="http://schemas.openxmlformats.org/drawingml/2006/main">
          <a:graphicData uri="http://schemas.openxmlformats.org/drawingml/2006/table">
            <a:tbl>
              <a:tblPr firstRow="0" firstCol="0" bandRow="0"/>
              <a:tblGrid>
                <a:gridCol w="1695450"/>
                <a:gridCol w="1257300"/>
                <a:gridCol w="1257300"/>
              </a:tblGrid>
              <a:tr h="581025">
                <a:tc>
                  <a:txBody>
                    <a:bodyPr lIns="133350" tIns="123825" rIns="114300" bIns="95250"/>
                    <a:lstStyle/>
                    <a:p>
                      <a:pPr algn="l"/>
                      <a:r>
                        <a:rPr sz="1500" b="1">
                          <a:solidFill>
                            <a:srgbClr val="FFFFFF"/>
                          </a:solidFill>
                          <a:latin typeface="Arial"/>
                          <a:ea typeface="Arial"/>
                          <a:cs typeface="Arial"/>
                        </a:rPr>
                        <a:t>Categoría</a:t>
                      </a:r>
                    </a:p>
                  </a:txBody>
                  <a:tcPr marL="91440" marR="91440" marT="45720" marB="45720" anchor="ctr">
                    <a:lnL w="0">
                      <a:solidFill>
                        <a:srgbClr val="FFFFFF"/>
                      </a:solidFill>
                    </a:lnL>
                    <a:lnR w="0">
                      <a:solidFill>
                        <a:srgbClr val="FFFFFF"/>
                      </a:solidFill>
                    </a:lnR>
                    <a:lnT w="0">
                      <a:solidFill>
                        <a:srgbClr val="FFFFFF"/>
                      </a:solidFill>
                    </a:lnT>
                    <a:lnB w="0">
                      <a:solidFill>
                        <a:srgbClr val="FFFFFF"/>
                      </a:solidFill>
                    </a:lnB>
                    <a:solidFill>
                      <a:srgbClr val="202D40"/>
                    </a:solidFill>
                  </a:tcPr>
                </a:tc>
                <a:tc>
                  <a:txBody>
                    <a:bodyPr lIns="133350" tIns="123825" rIns="114300" bIns="95250"/>
                    <a:lstStyle/>
                    <a:p>
                      <a:pPr algn="r"/>
                      <a:r>
                        <a:rPr sz="1500" b="1">
                          <a:solidFill>
                            <a:srgbClr val="FFFFFF"/>
                          </a:solidFill>
                          <a:latin typeface="Arial"/>
                          <a:ea typeface="Arial"/>
                          <a:cs typeface="Arial"/>
                        </a:rPr>
                        <a:t>LSTM</a:t>
                      </a:r>
                    </a:p>
                  </a:txBody>
                  <a:tcPr marL="91440" marR="91440" marT="45720" marB="45720" anchor="ctr">
                    <a:lnR w="0">
                      <a:solidFill>
                        <a:srgbClr val="FFFFFF"/>
                      </a:solidFill>
                    </a:lnR>
                    <a:lnT w="0">
                      <a:solidFill>
                        <a:srgbClr val="FFFFFF"/>
                      </a:solidFill>
                    </a:lnT>
                    <a:lnB w="0">
                      <a:solidFill>
                        <a:srgbClr val="FFFFFF"/>
                      </a:solidFill>
                    </a:lnB>
                    <a:solidFill>
                      <a:srgbClr val="202D40"/>
                    </a:solidFill>
                  </a:tcPr>
                </a:tc>
                <a:tc>
                  <a:txBody>
                    <a:bodyPr lIns="133350" tIns="123825" rIns="114300" bIns="95250"/>
                    <a:lstStyle/>
                    <a:p>
                      <a:pPr algn="r"/>
                      <a:r>
                        <a:rPr sz="1500" b="1">
                          <a:solidFill>
                            <a:srgbClr val="FFFFFF"/>
                          </a:solidFill>
                          <a:latin typeface="Arial"/>
                          <a:ea typeface="Arial"/>
                          <a:cs typeface="Arial"/>
                        </a:rPr>
                        <a:t>Semanal</a:t>
                      </a:r>
                    </a:p>
                  </a:txBody>
                  <a:tcPr marL="91440" marR="91440" marT="45720" marB="45720" anchor="ctr">
                    <a:lnR w="0">
                      <a:solidFill>
                        <a:srgbClr val="FFFFFF"/>
                      </a:solidFill>
                    </a:lnR>
                    <a:lnT w="0">
                      <a:solidFill>
                        <a:srgbClr val="FFFFFF"/>
                      </a:solidFill>
                    </a:lnT>
                    <a:lnB w="0">
                      <a:solidFill>
                        <a:srgbClr val="FFFFFF"/>
                      </a:solidFill>
                    </a:lnB>
                    <a:solidFill>
                      <a:srgbClr val="202D40"/>
                    </a:solidFill>
                  </a:tcPr>
                </a:tc>
              </a:tr>
              <a:tr h="581025">
                <a:tc>
                  <a:txBody>
                    <a:bodyPr lIns="133350" tIns="123825" rIns="114300" bIns="95250"/>
                    <a:lstStyle/>
                    <a:p>
                      <a:pPr algn="l"/>
                      <a:r>
                        <a:rPr sz="1650" b="0">
                          <a:solidFill>
                            <a:srgbClr val="202D40"/>
                          </a:solidFill>
                          <a:latin typeface="Arial"/>
                          <a:ea typeface="Arial"/>
                          <a:cs typeface="Arial"/>
                        </a:rPr>
                        <a:t>Bebidas</a:t>
                      </a:r>
                    </a:p>
                  </a:txBody>
                  <a:tcPr marL="91440" marR="91440" marT="45720" marB="45720" anchor="ctr">
                    <a:lnL w="0">
                      <a:solidFill>
                        <a:srgbClr val="FFFFFF"/>
                      </a:solidFill>
                    </a:lnL>
                    <a:lnR w="0">
                      <a:solidFill>
                        <a:srgbClr val="FFFFFF"/>
                      </a:solidFill>
                    </a:lnR>
                    <a:lnB w="0">
                      <a:solidFill>
                        <a:srgbClr val="FFFFFF"/>
                      </a:solidFill>
                    </a:lnB>
                    <a:solidFill>
                      <a:srgbClr val="F7F2F0"/>
                    </a:solidFill>
                  </a:tcPr>
                </a:tc>
                <a:tc>
                  <a:txBody>
                    <a:bodyPr lIns="123825" tIns="123825" rIns="123825" bIns="123825"/>
                    <a:lstStyle/>
                    <a:p>
                      <a:pPr algn="r"/>
                      <a:r>
                        <a:rPr sz="1725" b="1">
                          <a:solidFill>
                            <a:srgbClr val="B91C35"/>
                          </a:solidFill>
                          <a:latin typeface="Arial"/>
                          <a:ea typeface="Arial"/>
                          <a:cs typeface="Arial"/>
                        </a:rPr>
                        <a:t>1.913,2</a:t>
                      </a:r>
                    </a:p>
                  </a:txBody>
                  <a:tcPr marL="91440" marR="91440" marT="45720" marB="45720" anchor="ctr">
                    <a:lnR w="0">
                      <a:solidFill>
                        <a:srgbClr val="FFFFFF"/>
                      </a:solidFill>
                    </a:lnR>
                    <a:lnB w="0">
                      <a:solidFill>
                        <a:srgbClr val="FFFFFF"/>
                      </a:solidFill>
                    </a:lnB>
                    <a:solidFill>
                      <a:srgbClr val="F7F2F0"/>
                    </a:solidFill>
                  </a:tcPr>
                </a:tc>
                <a:tc>
                  <a:txBody>
                    <a:bodyPr lIns="133350" tIns="123825" rIns="114300" bIns="95250"/>
                    <a:lstStyle/>
                    <a:p>
                      <a:pPr algn="r"/>
                      <a:r>
                        <a:rPr sz="1650" b="0">
                          <a:solidFill>
                            <a:srgbClr val="202D40"/>
                          </a:solidFill>
                          <a:latin typeface="Arial"/>
                          <a:ea typeface="Arial"/>
                          <a:cs typeface="Arial"/>
                        </a:rPr>
                        <a:t>2.337,0</a:t>
                      </a:r>
                    </a:p>
                  </a:txBody>
                  <a:tcPr marL="91440" marR="91440" marT="45720" marB="45720" anchor="ctr">
                    <a:lnR w="0">
                      <a:solidFill>
                        <a:srgbClr val="FFFFFF"/>
                      </a:solidFill>
                    </a:lnR>
                    <a:lnB w="0">
                      <a:solidFill>
                        <a:srgbClr val="FFFFFF"/>
                      </a:solidFill>
                    </a:lnB>
                    <a:solidFill>
                      <a:srgbClr val="F7F2F0"/>
                    </a:solidFill>
                  </a:tcPr>
                </a:tc>
              </a:tr>
              <a:tr h="581025">
                <a:tc>
                  <a:txBody>
                    <a:bodyPr lIns="133350" tIns="123825" rIns="114300" bIns="95250"/>
                    <a:lstStyle/>
                    <a:p>
                      <a:pPr algn="l"/>
                      <a:r>
                        <a:rPr sz="1650" b="0">
                          <a:solidFill>
                            <a:srgbClr val="202D40"/>
                          </a:solidFill>
                          <a:latin typeface="Arial"/>
                          <a:ea typeface="Arial"/>
                          <a:cs typeface="Arial"/>
                        </a:rPr>
                        <a:t>Lácteos</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33350" tIns="123825" rIns="114300" bIns="95250"/>
                    <a:lstStyle/>
                    <a:p>
                      <a:pPr algn="r"/>
                      <a:r>
                        <a:rPr sz="1650" b="0">
                          <a:solidFill>
                            <a:srgbClr val="202D40"/>
                          </a:solidFill>
                          <a:latin typeface="Arial"/>
                          <a:ea typeface="Arial"/>
                          <a:cs typeface="Arial"/>
                        </a:rPr>
                        <a:t>463,1</a:t>
                      </a:r>
                    </a:p>
                  </a:txBody>
                  <a:tcPr marL="91440" marR="91440" marT="45720" marB="45720" anchor="ctr">
                    <a:lnR w="0">
                      <a:solidFill>
                        <a:srgbClr val="FFFFFF"/>
                      </a:solidFill>
                    </a:lnR>
                    <a:lnB w="0">
                      <a:solidFill>
                        <a:srgbClr val="FFFFFF"/>
                      </a:solidFill>
                    </a:lnB>
                    <a:solidFill>
                      <a:srgbClr val="FFFFFF"/>
                    </a:solidFill>
                  </a:tcPr>
                </a:tc>
                <a:tc>
                  <a:txBody>
                    <a:bodyPr lIns="123825" tIns="123825" rIns="123825" bIns="123825"/>
                    <a:lstStyle/>
                    <a:p>
                      <a:pPr algn="r"/>
                      <a:r>
                        <a:rPr sz="1725" b="1">
                          <a:solidFill>
                            <a:srgbClr val="B91C35"/>
                          </a:solidFill>
                          <a:latin typeface="Arial"/>
                          <a:ea typeface="Arial"/>
                          <a:cs typeface="Arial"/>
                        </a:rPr>
                        <a:t>319,8</a:t>
                      </a:r>
                    </a:p>
                  </a:txBody>
                  <a:tcPr marL="91440" marR="91440" marT="45720" marB="45720" anchor="ctr">
                    <a:lnR w="0">
                      <a:solidFill>
                        <a:srgbClr val="FFFFFF"/>
                      </a:solidFill>
                    </a:lnR>
                    <a:lnB w="0">
                      <a:solidFill>
                        <a:srgbClr val="FFFFFF"/>
                      </a:solidFill>
                    </a:lnB>
                    <a:solidFill>
                      <a:srgbClr val="FFFFFF"/>
                    </a:solidFill>
                  </a:tcPr>
                </a:tc>
              </a:tr>
              <a:tr h="581025">
                <a:tc>
                  <a:txBody>
                    <a:bodyPr lIns="133350" tIns="123825" rIns="114300" bIns="95250"/>
                    <a:lstStyle/>
                    <a:p>
                      <a:pPr algn="l"/>
                      <a:r>
                        <a:rPr sz="1650" b="0">
                          <a:solidFill>
                            <a:srgbClr val="202D40"/>
                          </a:solidFill>
                          <a:latin typeface="Arial"/>
                          <a:ea typeface="Arial"/>
                          <a:cs typeface="Arial"/>
                        </a:rPr>
                        <a:t>Frutas/verd.</a:t>
                      </a:r>
                    </a:p>
                  </a:txBody>
                  <a:tcPr marL="91440" marR="91440" marT="45720" marB="45720" anchor="ctr">
                    <a:lnL w="0">
                      <a:solidFill>
                        <a:srgbClr val="FFFFFF"/>
                      </a:solidFill>
                    </a:lnL>
                    <a:lnR w="0">
                      <a:solidFill>
                        <a:srgbClr val="FFFFFF"/>
                      </a:solidFill>
                    </a:lnR>
                    <a:lnB w="0">
                      <a:solidFill>
                        <a:srgbClr val="FFFFFF"/>
                      </a:solidFill>
                    </a:lnB>
                    <a:solidFill>
                      <a:srgbClr val="F7F2F0"/>
                    </a:solidFill>
                  </a:tcPr>
                </a:tc>
                <a:tc>
                  <a:txBody>
                    <a:bodyPr lIns="133350" tIns="123825" rIns="114300" bIns="95250"/>
                    <a:lstStyle/>
                    <a:p>
                      <a:pPr algn="r"/>
                      <a:r>
                        <a:rPr sz="1650" b="0">
                          <a:solidFill>
                            <a:srgbClr val="202D40"/>
                          </a:solidFill>
                          <a:latin typeface="Arial"/>
                          <a:ea typeface="Arial"/>
                          <a:cs typeface="Arial"/>
                        </a:rPr>
                        <a:t>1.955,9</a:t>
                      </a:r>
                    </a:p>
                  </a:txBody>
                  <a:tcPr marL="91440" marR="91440" marT="45720" marB="45720" anchor="ctr">
                    <a:lnR w="0">
                      <a:solidFill>
                        <a:srgbClr val="FFFFFF"/>
                      </a:solidFill>
                    </a:lnR>
                    <a:lnB w="0">
                      <a:solidFill>
                        <a:srgbClr val="FFFFFF"/>
                      </a:solidFill>
                    </a:lnB>
                    <a:solidFill>
                      <a:srgbClr val="F7F2F0"/>
                    </a:solidFill>
                  </a:tcPr>
                </a:tc>
                <a:tc>
                  <a:txBody>
                    <a:bodyPr lIns="123825" tIns="123825" rIns="123825" bIns="123825"/>
                    <a:lstStyle/>
                    <a:p>
                      <a:pPr algn="r"/>
                      <a:r>
                        <a:rPr sz="1725" b="1">
                          <a:solidFill>
                            <a:srgbClr val="B91C35"/>
                          </a:solidFill>
                          <a:latin typeface="Arial"/>
                          <a:ea typeface="Arial"/>
                          <a:cs typeface="Arial"/>
                        </a:rPr>
                        <a:t>1.044,8</a:t>
                      </a:r>
                    </a:p>
                  </a:txBody>
                  <a:tcPr marL="91440" marR="91440" marT="45720" marB="45720" anchor="ctr">
                    <a:lnR w="0">
                      <a:solidFill>
                        <a:srgbClr val="FFFFFF"/>
                      </a:solidFill>
                    </a:lnR>
                    <a:lnB w="0">
                      <a:solidFill>
                        <a:srgbClr val="FFFFFF"/>
                      </a:solidFill>
                    </a:lnB>
                    <a:solidFill>
                      <a:srgbClr val="F7F2F0"/>
                    </a:solidFill>
                  </a:tcPr>
                </a:tc>
              </a:tr>
            </a:tbl>
          </a:graphicData>
        </a:graphic>
      </p:graphicFrame>
      <p:sp>
        <p:nvSpPr>
          <p:cNvPr id="9" name="">
            <a:extLst xmlns:a="http://schemas.openxmlformats.org/drawingml/2006/main">
              <a:ext uri="{FF2B5EF4-FFF2-40B4-BE49-F238E27FC236}">
                <a16:creationId xmlns:a16="http://schemas.microsoft.com/office/drawing/2014/main" id="{FA8F3CA0-8F9C-471D-98A1-BE83BE26FA12}"/>
              </a:ext>
            </a:extLst>
          </p:cNvPr>
          <p:cNvSpPr>
            <a:spLocks xmlns:a="http://schemas.openxmlformats.org/drawingml/2006/main" noGrp="1"/>
          </p:cNvSpPr>
          <p:nvPr/>
        </p:nvSpPr>
        <p:spPr>
          <a:xfrm xmlns:a="http://schemas.openxmlformats.org/drawingml/2006/main">
            <a:off x="647700" y="5362575"/>
            <a:ext cx="62198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B91C35"/>
                </a:solidFill>
                <a:latin typeface="Arial"/>
                <a:ea typeface="Arial"/>
                <a:cs typeface="Arial"/>
              </a:defRPr>
            </a:defPPr>
            <a:lvl1pPr>
              <a:defRPr sz="2850" b="1">
                <a:solidFill>
                  <a:srgbClr val="B91C35"/>
                </a:solidFill>
                <a:latin typeface="Arial"/>
                <a:ea typeface="Arial"/>
                <a:cs typeface="Arial"/>
              </a:defRPr>
            </a:lvl1pPr>
            <a:lvl2pPr>
              <a:defRPr sz="2850" b="1">
                <a:solidFill>
                  <a:srgbClr val="B91C35"/>
                </a:solidFill>
                <a:latin typeface="Arial"/>
                <a:ea typeface="Arial"/>
                <a:cs typeface="Arial"/>
              </a:defRPr>
            </a:lvl2pPr>
            <a:lvl3pPr>
              <a:defRPr sz="2850" b="1">
                <a:solidFill>
                  <a:srgbClr val="B91C35"/>
                </a:solidFill>
                <a:latin typeface="Arial"/>
                <a:ea typeface="Arial"/>
                <a:cs typeface="Arial"/>
              </a:defRPr>
            </a:lvl3pPr>
            <a:lvl4pPr>
              <a:defRPr sz="2850" b="1">
                <a:solidFill>
                  <a:srgbClr val="B91C35"/>
                </a:solidFill>
                <a:latin typeface="Arial"/>
                <a:ea typeface="Arial"/>
                <a:cs typeface="Arial"/>
              </a:defRPr>
            </a:lvl4pPr>
            <a:lvl5pPr>
              <a:defRPr sz="2850" b="1">
                <a:solidFill>
                  <a:srgbClr val="B91C35"/>
                </a:solidFill>
                <a:latin typeface="Arial"/>
                <a:ea typeface="Arial"/>
                <a:cs typeface="Arial"/>
              </a:defRPr>
            </a:lvl5pPr>
            <a:lvl6pPr>
              <a:defRPr sz="2850" b="1">
                <a:solidFill>
                  <a:srgbClr val="B91C35"/>
                </a:solidFill>
                <a:latin typeface="Arial"/>
                <a:ea typeface="Arial"/>
                <a:cs typeface="Arial"/>
              </a:defRPr>
            </a:lvl6pPr>
            <a:lvl7pPr>
              <a:defRPr sz="2850" b="1">
                <a:solidFill>
                  <a:srgbClr val="B91C35"/>
                </a:solidFill>
                <a:latin typeface="Arial"/>
                <a:ea typeface="Arial"/>
                <a:cs typeface="Arial"/>
              </a:defRPr>
            </a:lvl7pPr>
            <a:lvl8pPr>
              <a:defRPr sz="2850" b="1">
                <a:solidFill>
                  <a:srgbClr val="B91C35"/>
                </a:solidFill>
                <a:latin typeface="Arial"/>
                <a:ea typeface="Arial"/>
                <a:cs typeface="Arial"/>
              </a:defRPr>
            </a:lvl8pPr>
            <a:lvl9pPr>
              <a:defRPr sz="2850" b="1">
                <a:solidFill>
                  <a:srgbClr val="B91C35"/>
                </a:solidFill>
                <a:latin typeface="Arial"/>
                <a:ea typeface="Arial"/>
                <a:cs typeface="Arial"/>
              </a:defRPr>
            </a:lvl9pPr>
          </a:lstStyle>
          <a:p xmlns:a="http://schemas.openxmlformats.org/drawingml/2006/main">
            <a:pPr>
              <a:defRPr sz="2850" b="1">
                <a:solidFill>
                  <a:srgbClr val="B91C35"/>
                </a:solidFill>
                <a:latin typeface="Arial"/>
                <a:ea typeface="Arial"/>
                <a:cs typeface="Arial"/>
              </a:defRPr>
            </a:pPr>
            <a:r>
              <a:rPr sz="2850" b="1">
                <a:solidFill>
                  <a:srgbClr val="B91C35"/>
                </a:solidFill>
                <a:latin typeface="Arial"/>
                <a:ea typeface="Arial"/>
                <a:cs typeface="Arial"/>
              </a:rPr>
              <a:t>−18,1% de RMSE</a:t>
            </a:r>
          </a:p>
        </p:txBody>
      </p:sp>
      <p:sp>
        <p:nvSpPr>
          <p:cNvPr id="10" name="">
            <a:extLst xmlns:a="http://schemas.openxmlformats.org/drawingml/2006/main">
              <a:ext uri="{FF2B5EF4-FFF2-40B4-BE49-F238E27FC236}">
                <a16:creationId xmlns:a16="http://schemas.microsoft.com/office/drawing/2014/main" id="{3D68A091-7725-40B7-A517-2CA0A8277BA8}"/>
              </a:ext>
            </a:extLst>
          </p:cNvPr>
          <p:cNvSpPr>
            <a:spLocks xmlns:a="http://schemas.openxmlformats.org/drawingml/2006/main" noGrp="1"/>
          </p:cNvSpPr>
          <p:nvPr/>
        </p:nvSpPr>
        <p:spPr>
          <a:xfrm xmlns:a="http://schemas.openxmlformats.org/drawingml/2006/main">
            <a:off x="647700" y="5876925"/>
            <a:ext cx="636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5B6370"/>
                </a:solidFill>
                <a:latin typeface="Arial"/>
                <a:ea typeface="Arial"/>
                <a:cs typeface="Arial"/>
              </a:defRPr>
            </a:defPPr>
            <a:lvl1pPr>
              <a:defRPr sz="1650" b="0">
                <a:solidFill>
                  <a:srgbClr val="5B6370"/>
                </a:solidFill>
                <a:latin typeface="Arial"/>
                <a:ea typeface="Arial"/>
                <a:cs typeface="Arial"/>
              </a:defRPr>
            </a:lvl1pPr>
            <a:lvl2pPr>
              <a:defRPr sz="1650" b="0">
                <a:solidFill>
                  <a:srgbClr val="5B6370"/>
                </a:solidFill>
                <a:latin typeface="Arial"/>
                <a:ea typeface="Arial"/>
                <a:cs typeface="Arial"/>
              </a:defRPr>
            </a:lvl2pPr>
            <a:lvl3pPr>
              <a:defRPr sz="1650" b="0">
                <a:solidFill>
                  <a:srgbClr val="5B6370"/>
                </a:solidFill>
                <a:latin typeface="Arial"/>
                <a:ea typeface="Arial"/>
                <a:cs typeface="Arial"/>
              </a:defRPr>
            </a:lvl3pPr>
            <a:lvl4pPr>
              <a:defRPr sz="1650" b="0">
                <a:solidFill>
                  <a:srgbClr val="5B6370"/>
                </a:solidFill>
                <a:latin typeface="Arial"/>
                <a:ea typeface="Arial"/>
                <a:cs typeface="Arial"/>
              </a:defRPr>
            </a:lvl4pPr>
            <a:lvl5pPr>
              <a:defRPr sz="1650" b="0">
                <a:solidFill>
                  <a:srgbClr val="5B6370"/>
                </a:solidFill>
                <a:latin typeface="Arial"/>
                <a:ea typeface="Arial"/>
                <a:cs typeface="Arial"/>
              </a:defRPr>
            </a:lvl5pPr>
            <a:lvl6pPr>
              <a:defRPr sz="1650" b="0">
                <a:solidFill>
                  <a:srgbClr val="5B6370"/>
                </a:solidFill>
                <a:latin typeface="Arial"/>
                <a:ea typeface="Arial"/>
                <a:cs typeface="Arial"/>
              </a:defRPr>
            </a:lvl6pPr>
            <a:lvl7pPr>
              <a:defRPr sz="1650" b="0">
                <a:solidFill>
                  <a:srgbClr val="5B6370"/>
                </a:solidFill>
                <a:latin typeface="Arial"/>
                <a:ea typeface="Arial"/>
                <a:cs typeface="Arial"/>
              </a:defRPr>
            </a:lvl7pPr>
            <a:lvl8pPr>
              <a:defRPr sz="1650" b="0">
                <a:solidFill>
                  <a:srgbClr val="5B6370"/>
                </a:solidFill>
                <a:latin typeface="Arial"/>
                <a:ea typeface="Arial"/>
                <a:cs typeface="Arial"/>
              </a:defRPr>
            </a:lvl8pPr>
            <a:lvl9pPr>
              <a:defRPr sz="1650" b="0">
                <a:solidFill>
                  <a:srgbClr val="5B6370"/>
                </a:solidFill>
                <a:latin typeface="Arial"/>
                <a:ea typeface="Arial"/>
                <a:cs typeface="Arial"/>
              </a:defRPr>
            </a:lvl9pPr>
          </a:lstStyle>
          <a:p xmlns:a="http://schemas.openxmlformats.org/drawingml/2006/main">
            <a:pPr>
              <a:defRPr sz="1650" b="0">
                <a:solidFill>
                  <a:srgbClr val="5B6370"/>
                </a:solidFill>
                <a:latin typeface="Arial"/>
                <a:ea typeface="Arial"/>
                <a:cs typeface="Arial"/>
              </a:defRPr>
            </a:pPr>
            <a:r>
              <a:rPr sz="1650" b="0">
                <a:solidFill>
                  <a:srgbClr val="5B6370"/>
                </a:solidFill>
                <a:latin typeface="Arial"/>
                <a:ea typeface="Arial"/>
                <a:cs typeface="Arial"/>
              </a:rPr>
              <a:t>en bebidas, frente a repetir hace siete días</a:t>
            </a:r>
          </a:p>
        </p:txBody>
      </p:sp>
      <p:sp>
        <p:nvSpPr>
          <p:cNvPr id="11" name="">
            <a:extLst xmlns:a="http://schemas.openxmlformats.org/drawingml/2006/main">
              <a:ext uri="{FF2B5EF4-FFF2-40B4-BE49-F238E27FC236}">
                <a16:creationId xmlns:a16="http://schemas.microsoft.com/office/drawing/2014/main" id="{FBD228BA-C10F-459A-BBBA-B8A97003AE5D}"/>
              </a:ext>
            </a:extLst>
          </p:cNvPr>
          <p:cNvSpPr>
            <a:spLocks xmlns:a="http://schemas.openxmlformats.org/drawingml/2006/main" noGrp="1"/>
          </p:cNvSpPr>
          <p:nvPr/>
        </p:nvSpPr>
        <p:spPr>
          <a:xfrm xmlns:a="http://schemas.openxmlformats.org/drawingml/2006/main">
            <a:off x="7429500" y="5267325"/>
            <a:ext cx="4095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5B6370"/>
                </a:solidFill>
                <a:latin typeface="Arial"/>
                <a:ea typeface="Arial"/>
                <a:cs typeface="Arial"/>
              </a:defRPr>
            </a:defPPr>
            <a:lvl1pPr>
              <a:defRPr sz="1800" b="0">
                <a:solidFill>
                  <a:srgbClr val="5B6370"/>
                </a:solidFill>
                <a:latin typeface="Arial"/>
                <a:ea typeface="Arial"/>
                <a:cs typeface="Arial"/>
              </a:defRPr>
            </a:lvl1pPr>
            <a:lvl2pPr>
              <a:defRPr sz="1800" b="0">
                <a:solidFill>
                  <a:srgbClr val="5B6370"/>
                </a:solidFill>
                <a:latin typeface="Arial"/>
                <a:ea typeface="Arial"/>
                <a:cs typeface="Arial"/>
              </a:defRPr>
            </a:lvl2pPr>
            <a:lvl3pPr>
              <a:defRPr sz="1800" b="0">
                <a:solidFill>
                  <a:srgbClr val="5B6370"/>
                </a:solidFill>
                <a:latin typeface="Arial"/>
                <a:ea typeface="Arial"/>
                <a:cs typeface="Arial"/>
              </a:defRPr>
            </a:lvl3pPr>
            <a:lvl4pPr>
              <a:defRPr sz="1800" b="0">
                <a:solidFill>
                  <a:srgbClr val="5B6370"/>
                </a:solidFill>
                <a:latin typeface="Arial"/>
                <a:ea typeface="Arial"/>
                <a:cs typeface="Arial"/>
              </a:defRPr>
            </a:lvl4pPr>
            <a:lvl5pPr>
              <a:defRPr sz="1800" b="0">
                <a:solidFill>
                  <a:srgbClr val="5B6370"/>
                </a:solidFill>
                <a:latin typeface="Arial"/>
                <a:ea typeface="Arial"/>
                <a:cs typeface="Arial"/>
              </a:defRPr>
            </a:lvl5pPr>
            <a:lvl6pPr>
              <a:defRPr sz="1800" b="0">
                <a:solidFill>
                  <a:srgbClr val="5B6370"/>
                </a:solidFill>
                <a:latin typeface="Arial"/>
                <a:ea typeface="Arial"/>
                <a:cs typeface="Arial"/>
              </a:defRPr>
            </a:lvl6pPr>
            <a:lvl7pPr>
              <a:defRPr sz="1800" b="0">
                <a:solidFill>
                  <a:srgbClr val="5B6370"/>
                </a:solidFill>
                <a:latin typeface="Arial"/>
                <a:ea typeface="Arial"/>
                <a:cs typeface="Arial"/>
              </a:defRPr>
            </a:lvl7pPr>
            <a:lvl8pPr>
              <a:defRPr sz="1800" b="0">
                <a:solidFill>
                  <a:srgbClr val="5B6370"/>
                </a:solidFill>
                <a:latin typeface="Arial"/>
                <a:ea typeface="Arial"/>
                <a:cs typeface="Arial"/>
              </a:defRPr>
            </a:lvl8pPr>
            <a:lvl9pPr>
              <a:defRPr sz="1800" b="0">
                <a:solidFill>
                  <a:srgbClr val="5B6370"/>
                </a:solidFill>
                <a:latin typeface="Arial"/>
                <a:ea typeface="Arial"/>
                <a:cs typeface="Arial"/>
              </a:defRPr>
            </a:lvl9pPr>
          </a:lstStyle>
          <a:p xmlns:a="http://schemas.openxmlformats.org/drawingml/2006/main">
            <a:pPr>
              <a:defRPr sz="1800" b="0">
                <a:solidFill>
                  <a:srgbClr val="5B6370"/>
                </a:solidFill>
                <a:latin typeface="Arial"/>
                <a:ea typeface="Arial"/>
                <a:cs typeface="Arial"/>
              </a:defRPr>
            </a:pPr>
            <a:r>
              <a:rPr sz="1800" b="0">
                <a:solidFill>
                  <a:srgbClr val="5B6370"/>
                </a:solidFill>
                <a:latin typeface="Arial"/>
                <a:ea typeface="Arial"/>
                <a:cs typeface="Arial"/>
              </a:rPr>
              <a:t>Menor RMSE = menos error.</a:t>
            </a:r>
          </a:p>
          <a:p xmlns:a="http://schemas.openxmlformats.org/drawingml/2006/main">
            <a:pPr>
              <a:defRPr sz="1800" b="0">
                <a:solidFill>
                  <a:srgbClr val="5B6370"/>
                </a:solidFill>
                <a:latin typeface="Arial"/>
                <a:ea typeface="Arial"/>
                <a:cs typeface="Arial"/>
              </a:defRPr>
            </a:pPr>
            <a:r>
              <a:rPr sz="1800" b="0">
                <a:solidFill>
                  <a:srgbClr val="5B6370"/>
                </a:solidFill>
                <a:latin typeface="Arial"/>
                <a:ea typeface="Arial"/>
                <a:cs typeface="Arial"/>
              </a:rPr>
              <a:t>La referencia semanal gana</a:t>
            </a:r>
          </a:p>
          <a:p xmlns:a="http://schemas.openxmlformats.org/drawingml/2006/main">
            <a:pPr>
              <a:defRPr sz="1800" b="0">
                <a:solidFill>
                  <a:srgbClr val="5B6370"/>
                </a:solidFill>
                <a:latin typeface="Arial"/>
                <a:ea typeface="Arial"/>
                <a:cs typeface="Arial"/>
              </a:defRPr>
            </a:pPr>
            <a:r>
              <a:rPr sz="1800" b="0">
                <a:solidFill>
                  <a:srgbClr val="5B6370"/>
                </a:solidFill>
                <a:latin typeface="Arial"/>
                <a:ea typeface="Arial"/>
                <a:cs typeface="Arial"/>
              </a:rPr>
              <a:t>en las otras dos categorías.</a:t>
            </a:r>
          </a:p>
        </p:txBody>
      </p:sp>
      <p:sp>
        <p:nvSpPr>
          <p:cNvPr id="12" name="">
            <a:extLst xmlns:a="http://schemas.openxmlformats.org/drawingml/2006/main">
              <a:ext uri="{FF2B5EF4-FFF2-40B4-BE49-F238E27FC236}">
                <a16:creationId xmlns:a16="http://schemas.microsoft.com/office/drawing/2014/main" id="{926BA0EA-99CD-4F22-9ECD-045CE190BC9D}"/>
              </a:ext>
            </a:extLst>
          </p:cNvPr>
          <p:cNvSpPr>
            <a:spLocks xmlns:a="http://schemas.openxmlformats.org/drawingml/2006/main" noGrp="1"/>
          </p:cNvSpPr>
          <p:nvPr/>
        </p:nvSpPr>
        <p:spPr>
          <a:xfrm xmlns:a="http://schemas.openxmlformats.org/drawingml/2006/main">
            <a:off x="8077200" y="646747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B6370"/>
                </a:solidFill>
                <a:latin typeface="Arial"/>
                <a:ea typeface="Arial"/>
                <a:cs typeface="Arial"/>
              </a:defRPr>
            </a:defPPr>
            <a:lvl1pPr>
              <a:defRPr sz="1200" b="0">
                <a:solidFill>
                  <a:srgbClr val="5B6370"/>
                </a:solidFill>
                <a:latin typeface="Arial"/>
                <a:ea typeface="Arial"/>
                <a:cs typeface="Arial"/>
              </a:defRPr>
            </a:lvl1pPr>
            <a:lvl2pPr>
              <a:defRPr sz="1200" b="0">
                <a:solidFill>
                  <a:srgbClr val="5B6370"/>
                </a:solidFill>
                <a:latin typeface="Arial"/>
                <a:ea typeface="Arial"/>
                <a:cs typeface="Arial"/>
              </a:defRPr>
            </a:lvl2pPr>
            <a:lvl3pPr>
              <a:defRPr sz="1200" b="0">
                <a:solidFill>
                  <a:srgbClr val="5B6370"/>
                </a:solidFill>
                <a:latin typeface="Arial"/>
                <a:ea typeface="Arial"/>
                <a:cs typeface="Arial"/>
              </a:defRPr>
            </a:lvl3pPr>
            <a:lvl4pPr>
              <a:defRPr sz="1200" b="0">
                <a:solidFill>
                  <a:srgbClr val="5B6370"/>
                </a:solidFill>
                <a:latin typeface="Arial"/>
                <a:ea typeface="Arial"/>
                <a:cs typeface="Arial"/>
              </a:defRPr>
            </a:lvl4pPr>
            <a:lvl5pPr>
              <a:defRPr sz="1200" b="0">
                <a:solidFill>
                  <a:srgbClr val="5B6370"/>
                </a:solidFill>
                <a:latin typeface="Arial"/>
                <a:ea typeface="Arial"/>
                <a:cs typeface="Arial"/>
              </a:defRPr>
            </a:lvl5pPr>
            <a:lvl6pPr>
              <a:defRPr sz="1200" b="0">
                <a:solidFill>
                  <a:srgbClr val="5B6370"/>
                </a:solidFill>
                <a:latin typeface="Arial"/>
                <a:ea typeface="Arial"/>
                <a:cs typeface="Arial"/>
              </a:defRPr>
            </a:lvl6pPr>
            <a:lvl7pPr>
              <a:defRPr sz="1200" b="0">
                <a:solidFill>
                  <a:srgbClr val="5B6370"/>
                </a:solidFill>
                <a:latin typeface="Arial"/>
                <a:ea typeface="Arial"/>
                <a:cs typeface="Arial"/>
              </a:defRPr>
            </a:lvl7pPr>
            <a:lvl8pPr>
              <a:defRPr sz="1200" b="0">
                <a:solidFill>
                  <a:srgbClr val="5B6370"/>
                </a:solidFill>
                <a:latin typeface="Arial"/>
                <a:ea typeface="Arial"/>
                <a:cs typeface="Arial"/>
              </a:defRPr>
            </a:lvl8pPr>
            <a:lvl9pPr>
              <a:defRPr sz="1200" b="0">
                <a:solidFill>
                  <a:srgbClr val="5B6370"/>
                </a:solidFill>
                <a:latin typeface="Arial"/>
                <a:ea typeface="Arial"/>
                <a:cs typeface="Arial"/>
              </a:defRPr>
            </a:lvl9pPr>
          </a:lstStyle>
          <a:p xmlns:a="http://schemas.openxmlformats.org/drawingml/2006/main">
            <a:pPr>
              <a:defRPr sz="1200" b="0">
                <a:solidFill>
                  <a:srgbClr val="5B6370"/>
                </a:solidFill>
                <a:latin typeface="Arial"/>
                <a:ea typeface="Arial"/>
                <a:cs typeface="Arial"/>
              </a:defRPr>
            </a:pPr>
            <a:r>
              <a:rPr sz="1200" b="0">
                <a:solidFill>
                  <a:srgbClr val="5B6370"/>
                </a:solidFill>
                <a:latin typeface="Arial"/>
                <a:ea typeface="Arial"/>
                <a:cs typeface="Arial"/>
                <a:hlinkClick xmlns:r="http://schemas.openxmlformats.org/officeDocument/2006/relationships" r:id="Rbad025fda08c418b"/>
              </a:rPr>
              <a:t>Fuente: Favorita / Kaggle</a:t>
            </a:r>
          </a:p>
        </p:txBody>
      </p:sp>
    </p:spTree>
    <p:extLst>
      <p:ext uri="{BB962C8B-B14F-4D97-AF65-F5344CB8AC3E}">
        <p14:creationId xmlns:p14="http://schemas.microsoft.com/office/powerpoint/2010/main" val="20714744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F65CEF1-5B93-405A-8147-C6A7714D41A7}"/>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202D40"/>
                </a:solidFill>
                <a:latin typeface="Arial"/>
                <a:ea typeface="Arial"/>
                <a:cs typeface="Arial"/>
              </a:defRPr>
            </a:defPPr>
            <a:lvl1pPr>
              <a:defRPr sz="3150" b="1">
                <a:solidFill>
                  <a:srgbClr val="202D40"/>
                </a:solidFill>
                <a:latin typeface="Arial"/>
                <a:ea typeface="Arial"/>
                <a:cs typeface="Arial"/>
              </a:defRPr>
            </a:lvl1pPr>
            <a:lvl2pPr>
              <a:defRPr sz="3150" b="1">
                <a:solidFill>
                  <a:srgbClr val="202D40"/>
                </a:solidFill>
                <a:latin typeface="Arial"/>
                <a:ea typeface="Arial"/>
                <a:cs typeface="Arial"/>
              </a:defRPr>
            </a:lvl2pPr>
            <a:lvl3pPr>
              <a:defRPr sz="3150" b="1">
                <a:solidFill>
                  <a:srgbClr val="202D40"/>
                </a:solidFill>
                <a:latin typeface="Arial"/>
                <a:ea typeface="Arial"/>
                <a:cs typeface="Arial"/>
              </a:defRPr>
            </a:lvl3pPr>
            <a:lvl4pPr>
              <a:defRPr sz="3150" b="1">
                <a:solidFill>
                  <a:srgbClr val="202D40"/>
                </a:solidFill>
                <a:latin typeface="Arial"/>
                <a:ea typeface="Arial"/>
                <a:cs typeface="Arial"/>
              </a:defRPr>
            </a:lvl4pPr>
            <a:lvl5pPr>
              <a:defRPr sz="3150" b="1">
                <a:solidFill>
                  <a:srgbClr val="202D40"/>
                </a:solidFill>
                <a:latin typeface="Arial"/>
                <a:ea typeface="Arial"/>
                <a:cs typeface="Arial"/>
              </a:defRPr>
            </a:lvl5pPr>
            <a:lvl6pPr>
              <a:defRPr sz="3150" b="1">
                <a:solidFill>
                  <a:srgbClr val="202D40"/>
                </a:solidFill>
                <a:latin typeface="Arial"/>
                <a:ea typeface="Arial"/>
                <a:cs typeface="Arial"/>
              </a:defRPr>
            </a:lvl6pPr>
            <a:lvl7pPr>
              <a:defRPr sz="3150" b="1">
                <a:solidFill>
                  <a:srgbClr val="202D40"/>
                </a:solidFill>
                <a:latin typeface="Arial"/>
                <a:ea typeface="Arial"/>
                <a:cs typeface="Arial"/>
              </a:defRPr>
            </a:lvl7pPr>
            <a:lvl8pPr>
              <a:defRPr sz="3150" b="1">
                <a:solidFill>
                  <a:srgbClr val="202D40"/>
                </a:solidFill>
                <a:latin typeface="Arial"/>
                <a:ea typeface="Arial"/>
                <a:cs typeface="Arial"/>
              </a:defRPr>
            </a:lvl8pPr>
            <a:lvl9pPr>
              <a:defRPr sz="3150" b="1">
                <a:solidFill>
                  <a:srgbClr val="202D40"/>
                </a:solidFill>
                <a:latin typeface="Arial"/>
                <a:ea typeface="Arial"/>
                <a:cs typeface="Arial"/>
              </a:defRPr>
            </a:lvl9pPr>
          </a:lstStyle>
          <a:p xmlns:a="http://schemas.openxmlformats.org/drawingml/2006/main">
            <a:pPr>
              <a:defRPr sz="3150" b="1">
                <a:solidFill>
                  <a:srgbClr val="202D40"/>
                </a:solidFill>
                <a:latin typeface="Arial"/>
                <a:ea typeface="Arial"/>
                <a:cs typeface="Arial"/>
              </a:defRPr>
            </a:pPr>
            <a:r>
              <a:rPr sz="3150" b="1">
                <a:solidFill>
                  <a:srgbClr val="202D40"/>
                </a:solidFill>
                <a:latin typeface="Arial"/>
                <a:ea typeface="Arial"/>
                <a:cs typeface="Arial"/>
              </a:rPr>
              <a:t>Estimación del stock necesario</a:t>
            </a:r>
          </a:p>
        </p:txBody>
      </p:sp>
      <p:sp>
        <p:nvSpPr>
          <p:cNvPr id="2" name="">
            <a:extLst xmlns:a="http://schemas.openxmlformats.org/drawingml/2006/main">
              <a:ext uri="{FF2B5EF4-FFF2-40B4-BE49-F238E27FC236}">
                <a16:creationId xmlns:a16="http://schemas.microsoft.com/office/drawing/2014/main" id="{1BA26262-AF1E-4C52-8C77-C89F183E13F6}"/>
              </a:ext>
            </a:extLst>
          </p:cNvPr>
          <p:cNvSpPr>
            <a:spLocks xmlns:a="http://schemas.openxmlformats.org/drawingml/2006/main" noGrp="1"/>
          </p:cNvSpPr>
          <p:nvPr/>
        </p:nvSpPr>
        <p:spPr>
          <a:xfrm xmlns:a="http://schemas.openxmlformats.org/drawingml/2006/main">
            <a:off x="628650" y="1428750"/>
            <a:ext cx="10934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5B6370"/>
                </a:solidFill>
                <a:latin typeface="Arial"/>
                <a:ea typeface="Arial"/>
                <a:cs typeface="Arial"/>
              </a:defRPr>
            </a:defPPr>
            <a:lvl1pPr>
              <a:defRPr sz="1800" b="0">
                <a:solidFill>
                  <a:srgbClr val="5B6370"/>
                </a:solidFill>
                <a:latin typeface="Arial"/>
                <a:ea typeface="Arial"/>
                <a:cs typeface="Arial"/>
              </a:defRPr>
            </a:lvl1pPr>
            <a:lvl2pPr>
              <a:defRPr sz="1800" b="0">
                <a:solidFill>
                  <a:srgbClr val="5B6370"/>
                </a:solidFill>
                <a:latin typeface="Arial"/>
                <a:ea typeface="Arial"/>
                <a:cs typeface="Arial"/>
              </a:defRPr>
            </a:lvl2pPr>
            <a:lvl3pPr>
              <a:defRPr sz="1800" b="0">
                <a:solidFill>
                  <a:srgbClr val="5B6370"/>
                </a:solidFill>
                <a:latin typeface="Arial"/>
                <a:ea typeface="Arial"/>
                <a:cs typeface="Arial"/>
              </a:defRPr>
            </a:lvl3pPr>
            <a:lvl4pPr>
              <a:defRPr sz="1800" b="0">
                <a:solidFill>
                  <a:srgbClr val="5B6370"/>
                </a:solidFill>
                <a:latin typeface="Arial"/>
                <a:ea typeface="Arial"/>
                <a:cs typeface="Arial"/>
              </a:defRPr>
            </a:lvl4pPr>
            <a:lvl5pPr>
              <a:defRPr sz="1800" b="0">
                <a:solidFill>
                  <a:srgbClr val="5B6370"/>
                </a:solidFill>
                <a:latin typeface="Arial"/>
                <a:ea typeface="Arial"/>
                <a:cs typeface="Arial"/>
              </a:defRPr>
            </a:lvl5pPr>
            <a:lvl6pPr>
              <a:defRPr sz="1800" b="0">
                <a:solidFill>
                  <a:srgbClr val="5B6370"/>
                </a:solidFill>
                <a:latin typeface="Arial"/>
                <a:ea typeface="Arial"/>
                <a:cs typeface="Arial"/>
              </a:defRPr>
            </a:lvl6pPr>
            <a:lvl7pPr>
              <a:defRPr sz="1800" b="0">
                <a:solidFill>
                  <a:srgbClr val="5B6370"/>
                </a:solidFill>
                <a:latin typeface="Arial"/>
                <a:ea typeface="Arial"/>
                <a:cs typeface="Arial"/>
              </a:defRPr>
            </a:lvl7pPr>
            <a:lvl8pPr>
              <a:defRPr sz="1800" b="0">
                <a:solidFill>
                  <a:srgbClr val="5B6370"/>
                </a:solidFill>
                <a:latin typeface="Arial"/>
                <a:ea typeface="Arial"/>
                <a:cs typeface="Arial"/>
              </a:defRPr>
            </a:lvl8pPr>
            <a:lvl9pPr>
              <a:defRPr sz="1800" b="0">
                <a:solidFill>
                  <a:srgbClr val="5B6370"/>
                </a:solidFill>
                <a:latin typeface="Arial"/>
                <a:ea typeface="Arial"/>
                <a:cs typeface="Arial"/>
              </a:defRPr>
            </a:lvl9pPr>
          </a:lstStyle>
          <a:p xmlns:a="http://schemas.openxmlformats.org/drawingml/2006/main">
            <a:pPr>
              <a:defRPr sz="1800" b="0">
                <a:solidFill>
                  <a:srgbClr val="5B6370"/>
                </a:solidFill>
                <a:latin typeface="Arial"/>
                <a:ea typeface="Arial"/>
                <a:cs typeface="Arial"/>
              </a:defRPr>
            </a:pPr>
            <a:r>
              <a:rPr sz="1800" b="0">
                <a:solidFill>
                  <a:srgbClr val="5B6370"/>
                </a:solidFill>
                <a:latin typeface="Arial"/>
                <a:ea typeface="Arial"/>
                <a:cs typeface="Arial"/>
              </a:rPr>
              <a:t>Cobertura de demanda prevista para el 14 de agosto de 2017</a:t>
            </a:r>
          </a:p>
        </p:txBody>
      </p:sp>
      <p:sp>
        <p:nvSpPr>
          <p:cNvPr id="3" name="">
            <a:extLst xmlns:a="http://schemas.openxmlformats.org/drawingml/2006/main">
              <a:ext uri="{FF2B5EF4-FFF2-40B4-BE49-F238E27FC236}">
                <a16:creationId xmlns:a16="http://schemas.microsoft.com/office/drawing/2014/main" id="{3B7C3923-4DBF-4C7E-86C8-C84EB4DDE063}"/>
              </a:ext>
            </a:extLst>
          </p:cNvPr>
          <p:cNvSpPr>
            <a:spLocks xmlns:a="http://schemas.openxmlformats.org/drawingml/2006/main" noGrp="1"/>
          </p:cNvSpPr>
          <p:nvPr/>
        </p:nvSpPr>
        <p:spPr>
          <a:xfrm xmlns:a="http://schemas.openxmlformats.org/drawingml/2006/main">
            <a:off x="609600" y="6467475"/>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B6370"/>
                </a:solidFill>
                <a:latin typeface="Arial"/>
                <a:ea typeface="Arial"/>
                <a:cs typeface="Arial"/>
              </a:defRPr>
            </a:defPPr>
            <a:lvl1pPr>
              <a:defRPr sz="1200" b="0">
                <a:solidFill>
                  <a:srgbClr val="5B6370"/>
                </a:solidFill>
                <a:latin typeface="Arial"/>
                <a:ea typeface="Arial"/>
                <a:cs typeface="Arial"/>
              </a:defRPr>
            </a:lvl1pPr>
            <a:lvl2pPr>
              <a:defRPr sz="1200" b="0">
                <a:solidFill>
                  <a:srgbClr val="5B6370"/>
                </a:solidFill>
                <a:latin typeface="Arial"/>
                <a:ea typeface="Arial"/>
                <a:cs typeface="Arial"/>
              </a:defRPr>
            </a:lvl2pPr>
            <a:lvl3pPr>
              <a:defRPr sz="1200" b="0">
                <a:solidFill>
                  <a:srgbClr val="5B6370"/>
                </a:solidFill>
                <a:latin typeface="Arial"/>
                <a:ea typeface="Arial"/>
                <a:cs typeface="Arial"/>
              </a:defRPr>
            </a:lvl3pPr>
            <a:lvl4pPr>
              <a:defRPr sz="1200" b="0">
                <a:solidFill>
                  <a:srgbClr val="5B6370"/>
                </a:solidFill>
                <a:latin typeface="Arial"/>
                <a:ea typeface="Arial"/>
                <a:cs typeface="Arial"/>
              </a:defRPr>
            </a:lvl4pPr>
            <a:lvl5pPr>
              <a:defRPr sz="1200" b="0">
                <a:solidFill>
                  <a:srgbClr val="5B6370"/>
                </a:solidFill>
                <a:latin typeface="Arial"/>
                <a:ea typeface="Arial"/>
                <a:cs typeface="Arial"/>
              </a:defRPr>
            </a:lvl5pPr>
            <a:lvl6pPr>
              <a:defRPr sz="1200" b="0">
                <a:solidFill>
                  <a:srgbClr val="5B6370"/>
                </a:solidFill>
                <a:latin typeface="Arial"/>
                <a:ea typeface="Arial"/>
                <a:cs typeface="Arial"/>
              </a:defRPr>
            </a:lvl6pPr>
            <a:lvl7pPr>
              <a:defRPr sz="1200" b="0">
                <a:solidFill>
                  <a:srgbClr val="5B6370"/>
                </a:solidFill>
                <a:latin typeface="Arial"/>
                <a:ea typeface="Arial"/>
                <a:cs typeface="Arial"/>
              </a:defRPr>
            </a:lvl7pPr>
            <a:lvl8pPr>
              <a:defRPr sz="1200" b="0">
                <a:solidFill>
                  <a:srgbClr val="5B6370"/>
                </a:solidFill>
                <a:latin typeface="Arial"/>
                <a:ea typeface="Arial"/>
                <a:cs typeface="Arial"/>
              </a:defRPr>
            </a:lvl8pPr>
            <a:lvl9pPr>
              <a:defRPr sz="1200" b="0">
                <a:solidFill>
                  <a:srgbClr val="5B6370"/>
                </a:solidFill>
                <a:latin typeface="Arial"/>
                <a:ea typeface="Arial"/>
                <a:cs typeface="Arial"/>
              </a:defRPr>
            </a:lvl9pPr>
          </a:lstStyle>
          <a:p xmlns:a="http://schemas.openxmlformats.org/drawingml/2006/main">
            <a:pPr>
              <a:defRPr sz="1200" b="0">
                <a:solidFill>
                  <a:srgbClr val="5B6370"/>
                </a:solidFill>
                <a:latin typeface="Arial"/>
                <a:ea typeface="Arial"/>
                <a:cs typeface="Arial"/>
              </a:defRPr>
            </a:pPr>
            <a:r>
              <a:rPr sz="1200" b="0">
                <a:solidFill>
                  <a:srgbClr val="5B6370"/>
                </a:solidFill>
                <a:latin typeface="Arial"/>
                <a:ea typeface="Arial"/>
                <a:cs typeface="Arial"/>
              </a:rPr>
              <a:t>Favorita · tienda 44 · Quito</a:t>
            </a:r>
          </a:p>
        </p:txBody>
      </p:sp>
      <p:sp>
        <p:nvSpPr>
          <p:cNvPr id="4" name="">
            <a:extLst xmlns:a="http://schemas.openxmlformats.org/drawingml/2006/main">
              <a:ext uri="{FF2B5EF4-FFF2-40B4-BE49-F238E27FC236}">
                <a16:creationId xmlns:a16="http://schemas.microsoft.com/office/drawing/2014/main" id="{941F9CDF-3137-4EF8-88D2-A676D860F008}"/>
              </a:ext>
            </a:extLst>
          </p:cNvPr>
          <p:cNvSpPr>
            <a:spLocks xmlns:a="http://schemas.openxmlformats.org/drawingml/2006/main" noGrp="1"/>
          </p:cNvSpPr>
          <p:nvPr/>
        </p:nvSpPr>
        <p:spPr>
          <a:xfrm xmlns:a="http://schemas.openxmlformats.org/drawingml/2006/main">
            <a:off x="10744200" y="6467475"/>
            <a:ext cx="83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B6370"/>
                </a:solidFill>
                <a:latin typeface="Arial"/>
                <a:ea typeface="Arial"/>
                <a:cs typeface="Arial"/>
              </a:defRPr>
            </a:defPPr>
            <a:lvl1pPr>
              <a:defRPr sz="1200" b="0">
                <a:solidFill>
                  <a:srgbClr val="5B6370"/>
                </a:solidFill>
                <a:latin typeface="Arial"/>
                <a:ea typeface="Arial"/>
                <a:cs typeface="Arial"/>
              </a:defRPr>
            </a:lvl1pPr>
            <a:lvl2pPr>
              <a:defRPr sz="1200" b="0">
                <a:solidFill>
                  <a:srgbClr val="5B6370"/>
                </a:solidFill>
                <a:latin typeface="Arial"/>
                <a:ea typeface="Arial"/>
                <a:cs typeface="Arial"/>
              </a:defRPr>
            </a:lvl2pPr>
            <a:lvl3pPr>
              <a:defRPr sz="1200" b="0">
                <a:solidFill>
                  <a:srgbClr val="5B6370"/>
                </a:solidFill>
                <a:latin typeface="Arial"/>
                <a:ea typeface="Arial"/>
                <a:cs typeface="Arial"/>
              </a:defRPr>
            </a:lvl3pPr>
            <a:lvl4pPr>
              <a:defRPr sz="1200" b="0">
                <a:solidFill>
                  <a:srgbClr val="5B6370"/>
                </a:solidFill>
                <a:latin typeface="Arial"/>
                <a:ea typeface="Arial"/>
                <a:cs typeface="Arial"/>
              </a:defRPr>
            </a:lvl4pPr>
            <a:lvl5pPr>
              <a:defRPr sz="1200" b="0">
                <a:solidFill>
                  <a:srgbClr val="5B6370"/>
                </a:solidFill>
                <a:latin typeface="Arial"/>
                <a:ea typeface="Arial"/>
                <a:cs typeface="Arial"/>
              </a:defRPr>
            </a:lvl5pPr>
            <a:lvl6pPr>
              <a:defRPr sz="1200" b="0">
                <a:solidFill>
                  <a:srgbClr val="5B6370"/>
                </a:solidFill>
                <a:latin typeface="Arial"/>
                <a:ea typeface="Arial"/>
                <a:cs typeface="Arial"/>
              </a:defRPr>
            </a:lvl6pPr>
            <a:lvl7pPr>
              <a:defRPr sz="1200" b="0">
                <a:solidFill>
                  <a:srgbClr val="5B6370"/>
                </a:solidFill>
                <a:latin typeface="Arial"/>
                <a:ea typeface="Arial"/>
                <a:cs typeface="Arial"/>
              </a:defRPr>
            </a:lvl7pPr>
            <a:lvl8pPr>
              <a:defRPr sz="1200" b="0">
                <a:solidFill>
                  <a:srgbClr val="5B6370"/>
                </a:solidFill>
                <a:latin typeface="Arial"/>
                <a:ea typeface="Arial"/>
                <a:cs typeface="Arial"/>
              </a:defRPr>
            </a:lvl8pPr>
            <a:lvl9pPr>
              <a:defRPr sz="1200" b="0">
                <a:solidFill>
                  <a:srgbClr val="5B6370"/>
                </a:solidFill>
                <a:latin typeface="Arial"/>
                <a:ea typeface="Arial"/>
                <a:cs typeface="Arial"/>
              </a:defRPr>
            </a:lvl9pPr>
          </a:lstStyle>
          <a:p xmlns:a="http://schemas.openxmlformats.org/drawingml/2006/main">
            <a:pPr>
              <a:defRPr sz="1200" b="0">
                <a:solidFill>
                  <a:srgbClr val="5B6370"/>
                </a:solidFill>
                <a:latin typeface="Arial"/>
                <a:ea typeface="Arial"/>
                <a:cs typeface="Arial"/>
              </a:defRPr>
            </a:pPr>
            <a:r>
              <a:rPr sz="1200" b="0">
                <a:solidFill>
                  <a:srgbClr val="5B6370"/>
                </a:solidFill>
                <a:latin typeface="Arial"/>
                <a:ea typeface="Arial"/>
                <a:cs typeface="Arial"/>
              </a:rPr>
              <a:t>07 / 07</a:t>
            </a:r>
          </a:p>
        </p:txBody>
      </p:sp>
      <p:sp>
        <p:nvSpPr>
          <p:cNvPr id="5" name="">
            <a:extLst xmlns:a="http://schemas.openxmlformats.org/drawingml/2006/main">
              <a:ext uri="{FF2B5EF4-FFF2-40B4-BE49-F238E27FC236}">
                <a16:creationId xmlns:a16="http://schemas.microsoft.com/office/drawing/2014/main" id="{9DA9C770-BFE9-43A1-A8F0-CCA81E7A9644}"/>
              </a:ext>
            </a:extLst>
          </p:cNvPr>
          <p:cNvSpPr>
            <a:spLocks xmlns:a="http://schemas.openxmlformats.org/drawingml/2006/main" noGrp="1"/>
          </p:cNvSpPr>
          <p:nvPr/>
        </p:nvSpPr>
        <p:spPr>
          <a:xfrm xmlns:a="http://schemas.openxmlformats.org/drawingml/2006/main">
            <a:off x="647700" y="2152650"/>
            <a:ext cx="5638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202D40"/>
                </a:solidFill>
                <a:latin typeface="Arial"/>
                <a:ea typeface="Arial"/>
                <a:cs typeface="Arial"/>
              </a:defRPr>
            </a:defPPr>
            <a:lvl1pPr>
              <a:defRPr sz="2175" b="1">
                <a:solidFill>
                  <a:srgbClr val="202D40"/>
                </a:solidFill>
                <a:latin typeface="Arial"/>
                <a:ea typeface="Arial"/>
                <a:cs typeface="Arial"/>
              </a:defRPr>
            </a:lvl1pPr>
            <a:lvl2pPr>
              <a:defRPr sz="2175" b="1">
                <a:solidFill>
                  <a:srgbClr val="202D40"/>
                </a:solidFill>
                <a:latin typeface="Arial"/>
                <a:ea typeface="Arial"/>
                <a:cs typeface="Arial"/>
              </a:defRPr>
            </a:lvl2pPr>
            <a:lvl3pPr>
              <a:defRPr sz="2175" b="1">
                <a:solidFill>
                  <a:srgbClr val="202D40"/>
                </a:solidFill>
                <a:latin typeface="Arial"/>
                <a:ea typeface="Arial"/>
                <a:cs typeface="Arial"/>
              </a:defRPr>
            </a:lvl3pPr>
            <a:lvl4pPr>
              <a:defRPr sz="2175" b="1">
                <a:solidFill>
                  <a:srgbClr val="202D40"/>
                </a:solidFill>
                <a:latin typeface="Arial"/>
                <a:ea typeface="Arial"/>
                <a:cs typeface="Arial"/>
              </a:defRPr>
            </a:lvl4pPr>
            <a:lvl5pPr>
              <a:defRPr sz="2175" b="1">
                <a:solidFill>
                  <a:srgbClr val="202D40"/>
                </a:solidFill>
                <a:latin typeface="Arial"/>
                <a:ea typeface="Arial"/>
                <a:cs typeface="Arial"/>
              </a:defRPr>
            </a:lvl5pPr>
            <a:lvl6pPr>
              <a:defRPr sz="2175" b="1">
                <a:solidFill>
                  <a:srgbClr val="202D40"/>
                </a:solidFill>
                <a:latin typeface="Arial"/>
                <a:ea typeface="Arial"/>
                <a:cs typeface="Arial"/>
              </a:defRPr>
            </a:lvl6pPr>
            <a:lvl7pPr>
              <a:defRPr sz="2175" b="1">
                <a:solidFill>
                  <a:srgbClr val="202D40"/>
                </a:solidFill>
                <a:latin typeface="Arial"/>
                <a:ea typeface="Arial"/>
                <a:cs typeface="Arial"/>
              </a:defRPr>
            </a:lvl7pPr>
            <a:lvl8pPr>
              <a:defRPr sz="2175" b="1">
                <a:solidFill>
                  <a:srgbClr val="202D40"/>
                </a:solidFill>
                <a:latin typeface="Arial"/>
                <a:ea typeface="Arial"/>
                <a:cs typeface="Arial"/>
              </a:defRPr>
            </a:lvl8pPr>
            <a:lvl9pPr>
              <a:defRPr sz="2175" b="1">
                <a:solidFill>
                  <a:srgbClr val="202D40"/>
                </a:solidFill>
                <a:latin typeface="Arial"/>
                <a:ea typeface="Arial"/>
                <a:cs typeface="Arial"/>
              </a:defRPr>
            </a:lvl9pPr>
          </a:lstStyle>
          <a:p xmlns:a="http://schemas.openxmlformats.org/drawingml/2006/main">
            <a:pPr>
              <a:defRPr sz="2175" b="1">
                <a:solidFill>
                  <a:srgbClr val="202D40"/>
                </a:solidFill>
                <a:latin typeface="Arial"/>
                <a:ea typeface="Arial"/>
                <a:cs typeface="Arial"/>
              </a:defRPr>
            </a:pPr>
            <a:r>
              <a:rPr sz="2175" b="1">
                <a:solidFill>
                  <a:srgbClr val="202D40"/>
                </a:solidFill>
                <a:latin typeface="Arial"/>
                <a:ea typeface="Arial"/>
                <a:cs typeface="Arial"/>
              </a:rPr>
              <a:t>Predicción por categoría</a:t>
            </a:r>
          </a:p>
        </p:txBody>
      </p:sp>
      <p:sp>
        <p:nvSpPr>
          <p:cNvPr id="6" name="">
            <a:extLst xmlns:a="http://schemas.openxmlformats.org/drawingml/2006/main">
              <a:ext uri="{FF2B5EF4-FFF2-40B4-BE49-F238E27FC236}">
                <a16:creationId xmlns:a16="http://schemas.microsoft.com/office/drawing/2014/main" id="{CE406D0D-C4C0-4339-9230-EECEB4FF64AB}"/>
              </a:ext>
            </a:extLst>
          </p:cNvPr>
          <p:cNvSpPr>
            <a:spLocks xmlns:a="http://schemas.openxmlformats.org/drawingml/2006/main" noGrp="1"/>
          </p:cNvSpPr>
          <p:nvPr/>
        </p:nvSpPr>
        <p:spPr>
          <a:xfrm xmlns:a="http://schemas.openxmlformats.org/drawingml/2006/main">
            <a:off x="647700" y="2695575"/>
            <a:ext cx="590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B91C35"/>
                </a:solidFill>
                <a:latin typeface="Arial"/>
                <a:ea typeface="Arial"/>
                <a:cs typeface="Arial"/>
              </a:defRPr>
            </a:defPPr>
            <a:lvl1pPr>
              <a:defRPr sz="2025" b="1">
                <a:solidFill>
                  <a:srgbClr val="B91C35"/>
                </a:solidFill>
                <a:latin typeface="Arial"/>
                <a:ea typeface="Arial"/>
                <a:cs typeface="Arial"/>
              </a:defRPr>
            </a:lvl1pPr>
            <a:lvl2pPr>
              <a:defRPr sz="2025" b="1">
                <a:solidFill>
                  <a:srgbClr val="B91C35"/>
                </a:solidFill>
                <a:latin typeface="Arial"/>
                <a:ea typeface="Arial"/>
                <a:cs typeface="Arial"/>
              </a:defRPr>
            </a:lvl2pPr>
            <a:lvl3pPr>
              <a:defRPr sz="2025" b="1">
                <a:solidFill>
                  <a:srgbClr val="B91C35"/>
                </a:solidFill>
                <a:latin typeface="Arial"/>
                <a:ea typeface="Arial"/>
                <a:cs typeface="Arial"/>
              </a:defRPr>
            </a:lvl3pPr>
            <a:lvl4pPr>
              <a:defRPr sz="2025" b="1">
                <a:solidFill>
                  <a:srgbClr val="B91C35"/>
                </a:solidFill>
                <a:latin typeface="Arial"/>
                <a:ea typeface="Arial"/>
                <a:cs typeface="Arial"/>
              </a:defRPr>
            </a:lvl4pPr>
            <a:lvl5pPr>
              <a:defRPr sz="2025" b="1">
                <a:solidFill>
                  <a:srgbClr val="B91C35"/>
                </a:solidFill>
                <a:latin typeface="Arial"/>
                <a:ea typeface="Arial"/>
                <a:cs typeface="Arial"/>
              </a:defRPr>
            </a:lvl5pPr>
            <a:lvl6pPr>
              <a:defRPr sz="2025" b="1">
                <a:solidFill>
                  <a:srgbClr val="B91C35"/>
                </a:solidFill>
                <a:latin typeface="Arial"/>
                <a:ea typeface="Arial"/>
                <a:cs typeface="Arial"/>
              </a:defRPr>
            </a:lvl6pPr>
            <a:lvl7pPr>
              <a:defRPr sz="2025" b="1">
                <a:solidFill>
                  <a:srgbClr val="B91C35"/>
                </a:solidFill>
                <a:latin typeface="Arial"/>
                <a:ea typeface="Arial"/>
                <a:cs typeface="Arial"/>
              </a:defRPr>
            </a:lvl7pPr>
            <a:lvl8pPr>
              <a:defRPr sz="2025" b="1">
                <a:solidFill>
                  <a:srgbClr val="B91C35"/>
                </a:solidFill>
                <a:latin typeface="Arial"/>
                <a:ea typeface="Arial"/>
                <a:cs typeface="Arial"/>
              </a:defRPr>
            </a:lvl8pPr>
            <a:lvl9pPr>
              <a:defRPr sz="2025" b="1">
                <a:solidFill>
                  <a:srgbClr val="B91C35"/>
                </a:solidFill>
                <a:latin typeface="Arial"/>
                <a:ea typeface="Arial"/>
                <a:cs typeface="Arial"/>
              </a:defRPr>
            </a:lvl9pPr>
          </a:lstStyle>
          <a:p xmlns:a="http://schemas.openxmlformats.org/drawingml/2006/main">
            <a:pPr>
              <a:defRPr sz="2025" b="1">
                <a:solidFill>
                  <a:srgbClr val="B91C35"/>
                </a:solidFill>
                <a:latin typeface="Arial"/>
                <a:ea typeface="Arial"/>
                <a:cs typeface="Arial"/>
              </a:defRPr>
            </a:pPr>
            <a:r>
              <a:rPr sz="2025" b="1">
                <a:solidFill>
                  <a:srgbClr val="B91C35"/>
                </a:solidFill>
                <a:latin typeface="Arial"/>
                <a:ea typeface="Arial"/>
                <a:cs typeface="Arial"/>
              </a:rPr>
              <a:t>predecir(...)</a:t>
            </a:r>
          </a:p>
        </p:txBody>
      </p:sp>
      <p:sp>
        <p:nvSpPr>
          <p:cNvPr id="7" name="">
            <a:extLst xmlns:a="http://schemas.openxmlformats.org/drawingml/2006/main">
              <a:ext uri="{FF2B5EF4-FFF2-40B4-BE49-F238E27FC236}">
                <a16:creationId xmlns:a16="http://schemas.microsoft.com/office/drawing/2014/main" id="{15F3ED98-2706-43B8-8798-581C09A01978}"/>
              </a:ext>
            </a:extLst>
          </p:cNvPr>
          <p:cNvSpPr>
            <a:spLocks xmlns:a="http://schemas.openxmlformats.org/drawingml/2006/main" noGrp="1"/>
          </p:cNvSpPr>
          <p:nvPr/>
        </p:nvSpPr>
        <p:spPr>
          <a:xfrm xmlns:a="http://schemas.openxmlformats.org/drawingml/2006/main">
            <a:off x="647700" y="3171825"/>
            <a:ext cx="581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5B6370"/>
                </a:solidFill>
                <a:latin typeface="Arial"/>
                <a:ea typeface="Arial"/>
                <a:cs typeface="Arial"/>
              </a:defRPr>
            </a:defPPr>
            <a:lvl1pPr>
              <a:defRPr sz="2025" b="0">
                <a:solidFill>
                  <a:srgbClr val="5B6370"/>
                </a:solidFill>
                <a:latin typeface="Arial"/>
                <a:ea typeface="Arial"/>
                <a:cs typeface="Arial"/>
              </a:defRPr>
            </a:lvl1pPr>
            <a:lvl2pPr>
              <a:defRPr sz="2025" b="0">
                <a:solidFill>
                  <a:srgbClr val="5B6370"/>
                </a:solidFill>
                <a:latin typeface="Arial"/>
                <a:ea typeface="Arial"/>
                <a:cs typeface="Arial"/>
              </a:defRPr>
            </a:lvl2pPr>
            <a:lvl3pPr>
              <a:defRPr sz="2025" b="0">
                <a:solidFill>
                  <a:srgbClr val="5B6370"/>
                </a:solidFill>
                <a:latin typeface="Arial"/>
                <a:ea typeface="Arial"/>
                <a:cs typeface="Arial"/>
              </a:defRPr>
            </a:lvl3pPr>
            <a:lvl4pPr>
              <a:defRPr sz="2025" b="0">
                <a:solidFill>
                  <a:srgbClr val="5B6370"/>
                </a:solidFill>
                <a:latin typeface="Arial"/>
                <a:ea typeface="Arial"/>
                <a:cs typeface="Arial"/>
              </a:defRPr>
            </a:lvl4pPr>
            <a:lvl5pPr>
              <a:defRPr sz="2025" b="0">
                <a:solidFill>
                  <a:srgbClr val="5B6370"/>
                </a:solidFill>
                <a:latin typeface="Arial"/>
                <a:ea typeface="Arial"/>
                <a:cs typeface="Arial"/>
              </a:defRPr>
            </a:lvl5pPr>
            <a:lvl6pPr>
              <a:defRPr sz="2025" b="0">
                <a:solidFill>
                  <a:srgbClr val="5B6370"/>
                </a:solidFill>
                <a:latin typeface="Arial"/>
                <a:ea typeface="Arial"/>
                <a:cs typeface="Arial"/>
              </a:defRPr>
            </a:lvl6pPr>
            <a:lvl7pPr>
              <a:defRPr sz="2025" b="0">
                <a:solidFill>
                  <a:srgbClr val="5B6370"/>
                </a:solidFill>
                <a:latin typeface="Arial"/>
                <a:ea typeface="Arial"/>
                <a:cs typeface="Arial"/>
              </a:defRPr>
            </a:lvl7pPr>
            <a:lvl8pPr>
              <a:defRPr sz="2025" b="0">
                <a:solidFill>
                  <a:srgbClr val="5B6370"/>
                </a:solidFill>
                <a:latin typeface="Arial"/>
                <a:ea typeface="Arial"/>
                <a:cs typeface="Arial"/>
              </a:defRPr>
            </a:lvl8pPr>
            <a:lvl9pPr>
              <a:defRPr sz="2025" b="0">
                <a:solidFill>
                  <a:srgbClr val="5B6370"/>
                </a:solidFill>
                <a:latin typeface="Arial"/>
                <a:ea typeface="Arial"/>
                <a:cs typeface="Arial"/>
              </a:defRPr>
            </a:lvl9pPr>
          </a:lstStyle>
          <a:p xmlns:a="http://schemas.openxmlformats.org/drawingml/2006/main">
            <a:pPr>
              <a:defRPr sz="2025" b="0">
                <a:solidFill>
                  <a:srgbClr val="5B6370"/>
                </a:solidFill>
                <a:latin typeface="Arial"/>
                <a:ea typeface="Arial"/>
                <a:cs typeface="Arial"/>
              </a:defRPr>
            </a:pPr>
            <a:r>
              <a:rPr sz="2025" b="0">
                <a:solidFill>
                  <a:srgbClr val="5B6370"/>
                </a:solidFill>
                <a:latin typeface="Arial"/>
                <a:ea typeface="Arial"/>
                <a:cs typeface="Arial"/>
              </a:rPr>
              <a:t>Elige una familia, las variables</a:t>
            </a:r>
          </a:p>
          <a:p xmlns:a="http://schemas.openxmlformats.org/drawingml/2006/main">
            <a:pPr>
              <a:defRPr sz="2025" b="0">
                <a:solidFill>
                  <a:srgbClr val="5B6370"/>
                </a:solidFill>
                <a:latin typeface="Arial"/>
                <a:ea typeface="Arial"/>
                <a:cs typeface="Arial"/>
              </a:defRPr>
            </a:pPr>
            <a:r>
              <a:rPr sz="2025" b="0">
                <a:solidFill>
                  <a:srgbClr val="5B6370"/>
                </a:solidFill>
                <a:latin typeface="Arial"/>
                <a:ea typeface="Arial"/>
                <a:cs typeface="Arial"/>
              </a:rPr>
              <a:t>y la ventana de historia.</a:t>
            </a:r>
          </a:p>
        </p:txBody>
      </p:sp>
      <p:sp>
        <p:nvSpPr>
          <p:cNvPr id="8" name="">
            <a:extLst xmlns:a="http://schemas.openxmlformats.org/drawingml/2006/main">
              <a:ext uri="{FF2B5EF4-FFF2-40B4-BE49-F238E27FC236}">
                <a16:creationId xmlns:a16="http://schemas.microsoft.com/office/drawing/2014/main" id="{9A9BD70F-1D36-4BB5-95D7-8F084485730F}"/>
              </a:ext>
            </a:extLst>
          </p:cNvPr>
          <p:cNvSpPr>
            <a:spLocks xmlns:a="http://schemas.openxmlformats.org/drawingml/2006/main" noGrp="1"/>
          </p:cNvSpPr>
          <p:nvPr/>
        </p:nvSpPr>
        <p:spPr>
          <a:xfrm xmlns:a="http://schemas.openxmlformats.org/drawingml/2006/main">
            <a:off x="647700" y="4305300"/>
            <a:ext cx="590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B91C35"/>
                </a:solidFill>
                <a:latin typeface="Arial"/>
                <a:ea typeface="Arial"/>
                <a:cs typeface="Arial"/>
              </a:defRPr>
            </a:defPPr>
            <a:lvl1pPr>
              <a:defRPr sz="2025" b="1">
                <a:solidFill>
                  <a:srgbClr val="B91C35"/>
                </a:solidFill>
                <a:latin typeface="Arial"/>
                <a:ea typeface="Arial"/>
                <a:cs typeface="Arial"/>
              </a:defRPr>
            </a:lvl1pPr>
            <a:lvl2pPr>
              <a:defRPr sz="2025" b="1">
                <a:solidFill>
                  <a:srgbClr val="B91C35"/>
                </a:solidFill>
                <a:latin typeface="Arial"/>
                <a:ea typeface="Arial"/>
                <a:cs typeface="Arial"/>
              </a:defRPr>
            </a:lvl2pPr>
            <a:lvl3pPr>
              <a:defRPr sz="2025" b="1">
                <a:solidFill>
                  <a:srgbClr val="B91C35"/>
                </a:solidFill>
                <a:latin typeface="Arial"/>
                <a:ea typeface="Arial"/>
                <a:cs typeface="Arial"/>
              </a:defRPr>
            </a:lvl3pPr>
            <a:lvl4pPr>
              <a:defRPr sz="2025" b="1">
                <a:solidFill>
                  <a:srgbClr val="B91C35"/>
                </a:solidFill>
                <a:latin typeface="Arial"/>
                <a:ea typeface="Arial"/>
                <a:cs typeface="Arial"/>
              </a:defRPr>
            </a:lvl4pPr>
            <a:lvl5pPr>
              <a:defRPr sz="2025" b="1">
                <a:solidFill>
                  <a:srgbClr val="B91C35"/>
                </a:solidFill>
                <a:latin typeface="Arial"/>
                <a:ea typeface="Arial"/>
                <a:cs typeface="Arial"/>
              </a:defRPr>
            </a:lvl5pPr>
            <a:lvl6pPr>
              <a:defRPr sz="2025" b="1">
                <a:solidFill>
                  <a:srgbClr val="B91C35"/>
                </a:solidFill>
                <a:latin typeface="Arial"/>
                <a:ea typeface="Arial"/>
                <a:cs typeface="Arial"/>
              </a:defRPr>
            </a:lvl6pPr>
            <a:lvl7pPr>
              <a:defRPr sz="2025" b="1">
                <a:solidFill>
                  <a:srgbClr val="B91C35"/>
                </a:solidFill>
                <a:latin typeface="Arial"/>
                <a:ea typeface="Arial"/>
                <a:cs typeface="Arial"/>
              </a:defRPr>
            </a:lvl7pPr>
            <a:lvl8pPr>
              <a:defRPr sz="2025" b="1">
                <a:solidFill>
                  <a:srgbClr val="B91C35"/>
                </a:solidFill>
                <a:latin typeface="Arial"/>
                <a:ea typeface="Arial"/>
                <a:cs typeface="Arial"/>
              </a:defRPr>
            </a:lvl8pPr>
            <a:lvl9pPr>
              <a:defRPr sz="2025" b="1">
                <a:solidFill>
                  <a:srgbClr val="B91C35"/>
                </a:solidFill>
                <a:latin typeface="Arial"/>
                <a:ea typeface="Arial"/>
                <a:cs typeface="Arial"/>
              </a:defRPr>
            </a:lvl9pPr>
          </a:lstStyle>
          <a:p xmlns:a="http://schemas.openxmlformats.org/drawingml/2006/main">
            <a:pPr>
              <a:defRPr sz="2025" b="1">
                <a:solidFill>
                  <a:srgbClr val="B91C35"/>
                </a:solidFill>
                <a:latin typeface="Arial"/>
                <a:ea typeface="Arial"/>
                <a:cs typeface="Arial"/>
              </a:defRPr>
            </a:pPr>
            <a:r>
              <a:rPr sz="2025" b="1">
                <a:solidFill>
                  <a:srgbClr val="B91C35"/>
                </a:solidFill>
                <a:latin typeface="Arial"/>
                <a:ea typeface="Arial"/>
                <a:cs typeface="Arial"/>
              </a:rPr>
              <a:t>predecir_categorias(...)</a:t>
            </a:r>
          </a:p>
        </p:txBody>
      </p:sp>
      <p:sp>
        <p:nvSpPr>
          <p:cNvPr id="9" name="">
            <a:extLst xmlns:a="http://schemas.openxmlformats.org/drawingml/2006/main">
              <a:ext uri="{FF2B5EF4-FFF2-40B4-BE49-F238E27FC236}">
                <a16:creationId xmlns:a16="http://schemas.microsoft.com/office/drawing/2014/main" id="{E17A1A98-9956-4F08-B880-725DEE0334F2}"/>
              </a:ext>
            </a:extLst>
          </p:cNvPr>
          <p:cNvSpPr>
            <a:spLocks xmlns:a="http://schemas.openxmlformats.org/drawingml/2006/main" noGrp="1"/>
          </p:cNvSpPr>
          <p:nvPr/>
        </p:nvSpPr>
        <p:spPr>
          <a:xfrm xmlns:a="http://schemas.openxmlformats.org/drawingml/2006/main">
            <a:off x="647700" y="4781550"/>
            <a:ext cx="590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5B6370"/>
                </a:solidFill>
                <a:latin typeface="Arial"/>
                <a:ea typeface="Arial"/>
                <a:cs typeface="Arial"/>
              </a:defRPr>
            </a:defPPr>
            <a:lvl1pPr>
              <a:defRPr sz="1950" b="0">
                <a:solidFill>
                  <a:srgbClr val="5B6370"/>
                </a:solidFill>
                <a:latin typeface="Arial"/>
                <a:ea typeface="Arial"/>
                <a:cs typeface="Arial"/>
              </a:defRPr>
            </a:lvl1pPr>
            <a:lvl2pPr>
              <a:defRPr sz="1950" b="0">
                <a:solidFill>
                  <a:srgbClr val="5B6370"/>
                </a:solidFill>
                <a:latin typeface="Arial"/>
                <a:ea typeface="Arial"/>
                <a:cs typeface="Arial"/>
              </a:defRPr>
            </a:lvl2pPr>
            <a:lvl3pPr>
              <a:defRPr sz="1950" b="0">
                <a:solidFill>
                  <a:srgbClr val="5B6370"/>
                </a:solidFill>
                <a:latin typeface="Arial"/>
                <a:ea typeface="Arial"/>
                <a:cs typeface="Arial"/>
              </a:defRPr>
            </a:lvl3pPr>
            <a:lvl4pPr>
              <a:defRPr sz="1950" b="0">
                <a:solidFill>
                  <a:srgbClr val="5B6370"/>
                </a:solidFill>
                <a:latin typeface="Arial"/>
                <a:ea typeface="Arial"/>
                <a:cs typeface="Arial"/>
              </a:defRPr>
            </a:lvl4pPr>
            <a:lvl5pPr>
              <a:defRPr sz="1950" b="0">
                <a:solidFill>
                  <a:srgbClr val="5B6370"/>
                </a:solidFill>
                <a:latin typeface="Arial"/>
                <a:ea typeface="Arial"/>
                <a:cs typeface="Arial"/>
              </a:defRPr>
            </a:lvl5pPr>
            <a:lvl6pPr>
              <a:defRPr sz="1950" b="0">
                <a:solidFill>
                  <a:srgbClr val="5B6370"/>
                </a:solidFill>
                <a:latin typeface="Arial"/>
                <a:ea typeface="Arial"/>
                <a:cs typeface="Arial"/>
              </a:defRPr>
            </a:lvl6pPr>
            <a:lvl7pPr>
              <a:defRPr sz="1950" b="0">
                <a:solidFill>
                  <a:srgbClr val="5B6370"/>
                </a:solidFill>
                <a:latin typeface="Arial"/>
                <a:ea typeface="Arial"/>
                <a:cs typeface="Arial"/>
              </a:defRPr>
            </a:lvl7pPr>
            <a:lvl8pPr>
              <a:defRPr sz="1950" b="0">
                <a:solidFill>
                  <a:srgbClr val="5B6370"/>
                </a:solidFill>
                <a:latin typeface="Arial"/>
                <a:ea typeface="Arial"/>
                <a:cs typeface="Arial"/>
              </a:defRPr>
            </a:lvl8pPr>
            <a:lvl9pPr>
              <a:defRPr sz="1950" b="0">
                <a:solidFill>
                  <a:srgbClr val="5B6370"/>
                </a:solidFill>
                <a:latin typeface="Arial"/>
                <a:ea typeface="Arial"/>
                <a:cs typeface="Arial"/>
              </a:defRPr>
            </a:lvl9pPr>
          </a:lstStyle>
          <a:p xmlns:a="http://schemas.openxmlformats.org/drawingml/2006/main">
            <a:pPr>
              <a:defRPr sz="1950" b="0">
                <a:solidFill>
                  <a:srgbClr val="5B6370"/>
                </a:solidFill>
                <a:latin typeface="Arial"/>
                <a:ea typeface="Arial"/>
                <a:cs typeface="Arial"/>
              </a:defRPr>
            </a:pPr>
            <a:r>
              <a:rPr sz="1950" b="0">
                <a:solidFill>
                  <a:srgbClr val="5B6370"/>
                </a:solidFill>
                <a:latin typeface="Arial"/>
                <a:ea typeface="Arial"/>
                <a:cs typeface="Arial"/>
              </a:rPr>
              <a:t>Devuelve una tabla para varias familias</a:t>
            </a:r>
          </a:p>
          <a:p xmlns:a="http://schemas.openxmlformats.org/drawingml/2006/main">
            <a:pPr>
              <a:defRPr sz="1950" b="0">
                <a:solidFill>
                  <a:srgbClr val="5B6370"/>
                </a:solidFill>
                <a:latin typeface="Arial"/>
                <a:ea typeface="Arial"/>
                <a:cs typeface="Arial"/>
              </a:defRPr>
            </a:pPr>
            <a:r>
              <a:rPr sz="1950" b="0">
                <a:solidFill>
                  <a:srgbClr val="5B6370"/>
                </a:solidFill>
                <a:latin typeface="Arial"/>
                <a:ea typeface="Arial"/>
                <a:cs typeface="Arial"/>
              </a:rPr>
              <a:t>y reutiliza los modelos entrenados.</a:t>
            </a:r>
          </a:p>
        </p:txBody>
      </p:sp>
      <p:graphicFrame>
        <p:nvGraphicFramePr>
          <p:cNvPr id="10" name="">
            <a:extLst xmlns:a="http://schemas.openxmlformats.org/drawingml/2006/main">
              <a:ext uri="{FF2B5EF4-FFF2-40B4-BE49-F238E27FC236}">
                <a16:creationId xmlns:a16="http://schemas.microsoft.com/office/drawing/2014/main" id="{13EE3240-8172-4E33-9127-3D8FA7FAE1E2}"/>
              </a:ext>
            </a:extLst>
          </p:cNvPr>
          <p:cNvGraphicFramePr/>
          <p:nvPr/>
        </p:nvGraphicFramePr>
        <p:xfrm>
          <a:off xmlns:a="http://schemas.openxmlformats.org/drawingml/2006/main" x="6953250" y="2200275"/>
          <a:ext xmlns:a="http://schemas.openxmlformats.org/drawingml/2006/main" cx="4629150" cy="2857500"/>
        </p:xfrm>
        <a:graphic xmlns:a="http://schemas.openxmlformats.org/drawingml/2006/main">
          <a:graphicData uri="http://schemas.openxmlformats.org/drawingml/2006/table">
            <a:tbl>
              <a:tblPr firstRow="0" firstCol="0" bandRow="0"/>
              <a:tblGrid>
                <a:gridCol w="2543175"/>
                <a:gridCol w="2085975"/>
              </a:tblGrid>
              <a:tr h="714375">
                <a:tc>
                  <a:txBody>
                    <a:bodyPr lIns="133350" tIns="123825" rIns="114300" bIns="95250"/>
                    <a:lstStyle/>
                    <a:p>
                      <a:pPr algn="l"/>
                      <a:r>
                        <a:rPr sz="1800" b="1">
                          <a:solidFill>
                            <a:srgbClr val="FFFFFF"/>
                          </a:solidFill>
                          <a:latin typeface="Arial"/>
                          <a:ea typeface="Arial"/>
                          <a:cs typeface="Arial"/>
                        </a:rPr>
                        <a:t>Categoría</a:t>
                      </a:r>
                    </a:p>
                  </a:txBody>
                  <a:tcPr marL="91440" marR="91440" marT="45720" marB="45720" anchor="ctr">
                    <a:lnL w="0">
                      <a:solidFill>
                        <a:srgbClr val="FFFFFF"/>
                      </a:solidFill>
                    </a:lnL>
                    <a:lnR w="0">
                      <a:solidFill>
                        <a:srgbClr val="FFFFFF"/>
                      </a:solidFill>
                    </a:lnR>
                    <a:lnT w="0">
                      <a:solidFill>
                        <a:srgbClr val="FFFFFF"/>
                      </a:solidFill>
                    </a:lnT>
                    <a:lnB w="0">
                      <a:solidFill>
                        <a:srgbClr val="FFFFFF"/>
                      </a:solidFill>
                    </a:lnB>
                    <a:solidFill>
                      <a:srgbClr val="202D40"/>
                    </a:solidFill>
                  </a:tcPr>
                </a:tc>
                <a:tc>
                  <a:txBody>
                    <a:bodyPr lIns="133350" tIns="123825" rIns="114300" bIns="95250"/>
                    <a:lstStyle/>
                    <a:p>
                      <a:pPr algn="r"/>
                      <a:r>
                        <a:rPr sz="1800" b="1">
                          <a:solidFill>
                            <a:srgbClr val="FFFFFF"/>
                          </a:solidFill>
                          <a:latin typeface="Arial"/>
                          <a:ea typeface="Arial"/>
                          <a:cs typeface="Arial"/>
                        </a:rPr>
                        <a:t>Stock estimado</a:t>
                      </a:r>
                    </a:p>
                  </a:txBody>
                  <a:tcPr marL="91440" marR="91440" marT="45720" marB="45720" anchor="ctr">
                    <a:lnR w="0">
                      <a:solidFill>
                        <a:srgbClr val="FFFFFF"/>
                      </a:solidFill>
                    </a:lnR>
                    <a:lnT w="0">
                      <a:solidFill>
                        <a:srgbClr val="FFFFFF"/>
                      </a:solidFill>
                    </a:lnT>
                    <a:lnB w="0">
                      <a:solidFill>
                        <a:srgbClr val="FFFFFF"/>
                      </a:solidFill>
                    </a:lnB>
                    <a:solidFill>
                      <a:srgbClr val="202D40"/>
                    </a:solidFill>
                  </a:tcPr>
                </a:tc>
              </a:tr>
              <a:tr h="714375">
                <a:tc>
                  <a:txBody>
                    <a:bodyPr lIns="133350" tIns="123825" rIns="114300" bIns="95250"/>
                    <a:lstStyle/>
                    <a:p>
                      <a:pPr algn="l"/>
                      <a:r>
                        <a:rPr sz="1950" b="0">
                          <a:solidFill>
                            <a:srgbClr val="202D40"/>
                          </a:solidFill>
                          <a:latin typeface="Arial"/>
                          <a:ea typeface="Arial"/>
                          <a:cs typeface="Arial"/>
                        </a:rPr>
                        <a:t>Bebidas</a:t>
                      </a:r>
                    </a:p>
                  </a:txBody>
                  <a:tcPr marL="91440" marR="91440" marT="45720" marB="45720" anchor="ctr">
                    <a:lnL w="0">
                      <a:solidFill>
                        <a:srgbClr val="FFFFFF"/>
                      </a:solidFill>
                    </a:lnL>
                    <a:lnR w="0">
                      <a:solidFill>
                        <a:srgbClr val="FFFFFF"/>
                      </a:solidFill>
                    </a:lnR>
                    <a:lnB w="0">
                      <a:solidFill>
                        <a:srgbClr val="FFFFFF"/>
                      </a:solidFill>
                    </a:lnB>
                    <a:solidFill>
                      <a:srgbClr val="F7F2F0"/>
                    </a:solidFill>
                  </a:tcPr>
                </a:tc>
                <a:tc>
                  <a:txBody>
                    <a:bodyPr lIns="133350" tIns="133350" rIns="133350" bIns="133350"/>
                    <a:lstStyle/>
                    <a:p>
                      <a:pPr algn="r"/>
                      <a:r>
                        <a:rPr sz="2175" b="1">
                          <a:solidFill>
                            <a:srgbClr val="B91C35"/>
                          </a:solidFill>
                          <a:latin typeface="Arial"/>
                          <a:ea typeface="Arial"/>
                          <a:cs typeface="Arial"/>
                        </a:rPr>
                        <a:t>10.602,2</a:t>
                      </a:r>
                    </a:p>
                  </a:txBody>
                  <a:tcPr marL="91440" marR="91440" marT="45720" marB="45720" anchor="ctr">
                    <a:lnR w="0">
                      <a:solidFill>
                        <a:srgbClr val="FFFFFF"/>
                      </a:solidFill>
                    </a:lnR>
                    <a:lnB w="0">
                      <a:solidFill>
                        <a:srgbClr val="FFFFFF"/>
                      </a:solidFill>
                    </a:lnB>
                    <a:solidFill>
                      <a:srgbClr val="F7F2F0"/>
                    </a:solidFill>
                  </a:tcPr>
                </a:tc>
              </a:tr>
              <a:tr h="714375">
                <a:tc>
                  <a:txBody>
                    <a:bodyPr lIns="133350" tIns="123825" rIns="114300" bIns="95250"/>
                    <a:lstStyle/>
                    <a:p>
                      <a:pPr algn="l"/>
                      <a:r>
                        <a:rPr sz="1950" b="0">
                          <a:solidFill>
                            <a:srgbClr val="202D40"/>
                          </a:solidFill>
                          <a:latin typeface="Arial"/>
                          <a:ea typeface="Arial"/>
                          <a:cs typeface="Arial"/>
                        </a:rPr>
                        <a:t>Lácteos</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33350" tIns="133350" rIns="133350" bIns="133350"/>
                    <a:lstStyle/>
                    <a:p>
                      <a:pPr algn="r"/>
                      <a:r>
                        <a:rPr sz="2175" b="1">
                          <a:solidFill>
                            <a:srgbClr val="B91C35"/>
                          </a:solidFill>
                          <a:latin typeface="Arial"/>
                          <a:ea typeface="Arial"/>
                          <a:cs typeface="Arial"/>
                        </a:rPr>
                        <a:t>2.720,9</a:t>
                      </a:r>
                    </a:p>
                  </a:txBody>
                  <a:tcPr marL="91440" marR="91440" marT="45720" marB="45720" anchor="ctr">
                    <a:lnR w="0">
                      <a:solidFill>
                        <a:srgbClr val="FFFFFF"/>
                      </a:solidFill>
                    </a:lnR>
                    <a:lnB w="0">
                      <a:solidFill>
                        <a:srgbClr val="FFFFFF"/>
                      </a:solidFill>
                    </a:lnB>
                    <a:solidFill>
                      <a:srgbClr val="FFFFFF"/>
                    </a:solidFill>
                  </a:tcPr>
                </a:tc>
              </a:tr>
              <a:tr h="714375">
                <a:tc>
                  <a:txBody>
                    <a:bodyPr lIns="133350" tIns="123825" rIns="114300" bIns="95250"/>
                    <a:lstStyle/>
                    <a:p>
                      <a:pPr algn="l"/>
                      <a:r>
                        <a:rPr sz="1950" b="0">
                          <a:solidFill>
                            <a:srgbClr val="202D40"/>
                          </a:solidFill>
                          <a:latin typeface="Arial"/>
                          <a:ea typeface="Arial"/>
                          <a:cs typeface="Arial"/>
                        </a:rPr>
                        <a:t>Frutas y verduras</a:t>
                      </a:r>
                    </a:p>
                  </a:txBody>
                  <a:tcPr marL="91440" marR="91440" marT="45720" marB="45720" anchor="ctr">
                    <a:lnL w="0">
                      <a:solidFill>
                        <a:srgbClr val="FFFFFF"/>
                      </a:solidFill>
                    </a:lnL>
                    <a:lnR w="0">
                      <a:solidFill>
                        <a:srgbClr val="FFFFFF"/>
                      </a:solidFill>
                    </a:lnR>
                    <a:lnB w="0">
                      <a:solidFill>
                        <a:srgbClr val="FFFFFF"/>
                      </a:solidFill>
                    </a:lnB>
                    <a:solidFill>
                      <a:srgbClr val="F7F2F0"/>
                    </a:solidFill>
                  </a:tcPr>
                </a:tc>
                <a:tc>
                  <a:txBody>
                    <a:bodyPr lIns="133350" tIns="133350" rIns="133350" bIns="133350"/>
                    <a:lstStyle/>
                    <a:p>
                      <a:pPr algn="r"/>
                      <a:r>
                        <a:rPr sz="2175" b="1">
                          <a:solidFill>
                            <a:srgbClr val="B91C35"/>
                          </a:solidFill>
                          <a:latin typeface="Arial"/>
                          <a:ea typeface="Arial"/>
                          <a:cs typeface="Arial"/>
                        </a:rPr>
                        <a:t>9.809,7</a:t>
                      </a:r>
                    </a:p>
                  </a:txBody>
                  <a:tcPr marL="91440" marR="91440" marT="45720" marB="45720" anchor="ctr">
                    <a:lnR w="0">
                      <a:solidFill>
                        <a:srgbClr val="FFFFFF"/>
                      </a:solidFill>
                    </a:lnR>
                    <a:lnB w="0">
                      <a:solidFill>
                        <a:srgbClr val="FFFFFF"/>
                      </a:solidFill>
                    </a:lnB>
                    <a:solidFill>
                      <a:srgbClr val="F7F2F0"/>
                    </a:solidFill>
                  </a:tcPr>
                </a:tc>
              </a:tr>
            </a:tbl>
          </a:graphicData>
        </a:graphic>
      </p:graphicFrame>
      <p:sp>
        <p:nvSpPr>
          <p:cNvPr id="11" name="">
            <a:extLst xmlns:a="http://schemas.openxmlformats.org/drawingml/2006/main">
              <a:ext uri="{FF2B5EF4-FFF2-40B4-BE49-F238E27FC236}">
                <a16:creationId xmlns:a16="http://schemas.microsoft.com/office/drawing/2014/main" id="{BA1CB10C-4552-4A51-936D-56C162700A27}"/>
              </a:ext>
            </a:extLst>
          </p:cNvPr>
          <p:cNvSpPr>
            <a:spLocks xmlns:a="http://schemas.openxmlformats.org/drawingml/2006/main" noGrp="1"/>
          </p:cNvSpPr>
          <p:nvPr/>
        </p:nvSpPr>
        <p:spPr>
          <a:xfrm xmlns:a="http://schemas.openxmlformats.org/drawingml/2006/main">
            <a:off x="647700" y="5753100"/>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02D40"/>
                </a:solidFill>
                <a:latin typeface="Arial"/>
                <a:ea typeface="Arial"/>
                <a:cs typeface="Arial"/>
              </a:defRPr>
            </a:defPPr>
            <a:lvl1pPr>
              <a:defRPr sz="1950" b="1">
                <a:solidFill>
                  <a:srgbClr val="202D40"/>
                </a:solidFill>
                <a:latin typeface="Arial"/>
                <a:ea typeface="Arial"/>
                <a:cs typeface="Arial"/>
              </a:defRPr>
            </a:lvl1pPr>
            <a:lvl2pPr>
              <a:defRPr sz="1950" b="1">
                <a:solidFill>
                  <a:srgbClr val="202D40"/>
                </a:solidFill>
                <a:latin typeface="Arial"/>
                <a:ea typeface="Arial"/>
                <a:cs typeface="Arial"/>
              </a:defRPr>
            </a:lvl2pPr>
            <a:lvl3pPr>
              <a:defRPr sz="1950" b="1">
                <a:solidFill>
                  <a:srgbClr val="202D40"/>
                </a:solidFill>
                <a:latin typeface="Arial"/>
                <a:ea typeface="Arial"/>
                <a:cs typeface="Arial"/>
              </a:defRPr>
            </a:lvl3pPr>
            <a:lvl4pPr>
              <a:defRPr sz="1950" b="1">
                <a:solidFill>
                  <a:srgbClr val="202D40"/>
                </a:solidFill>
                <a:latin typeface="Arial"/>
                <a:ea typeface="Arial"/>
                <a:cs typeface="Arial"/>
              </a:defRPr>
            </a:lvl4pPr>
            <a:lvl5pPr>
              <a:defRPr sz="1950" b="1">
                <a:solidFill>
                  <a:srgbClr val="202D40"/>
                </a:solidFill>
                <a:latin typeface="Arial"/>
                <a:ea typeface="Arial"/>
                <a:cs typeface="Arial"/>
              </a:defRPr>
            </a:lvl5pPr>
            <a:lvl6pPr>
              <a:defRPr sz="1950" b="1">
                <a:solidFill>
                  <a:srgbClr val="202D40"/>
                </a:solidFill>
                <a:latin typeface="Arial"/>
                <a:ea typeface="Arial"/>
                <a:cs typeface="Arial"/>
              </a:defRPr>
            </a:lvl6pPr>
            <a:lvl7pPr>
              <a:defRPr sz="1950" b="1">
                <a:solidFill>
                  <a:srgbClr val="202D40"/>
                </a:solidFill>
                <a:latin typeface="Arial"/>
                <a:ea typeface="Arial"/>
                <a:cs typeface="Arial"/>
              </a:defRPr>
            </a:lvl7pPr>
            <a:lvl8pPr>
              <a:defRPr sz="1950" b="1">
                <a:solidFill>
                  <a:srgbClr val="202D40"/>
                </a:solidFill>
                <a:latin typeface="Arial"/>
                <a:ea typeface="Arial"/>
                <a:cs typeface="Arial"/>
              </a:defRPr>
            </a:lvl8pPr>
            <a:lvl9pPr>
              <a:defRPr sz="1950" b="1">
                <a:solidFill>
                  <a:srgbClr val="202D40"/>
                </a:solidFill>
                <a:latin typeface="Arial"/>
                <a:ea typeface="Arial"/>
                <a:cs typeface="Arial"/>
              </a:defRPr>
            </a:lvl9pPr>
          </a:lstStyle>
          <a:p xmlns:a="http://schemas.openxmlformats.org/drawingml/2006/main">
            <a:pPr>
              <a:defRPr sz="1950" b="1">
                <a:solidFill>
                  <a:srgbClr val="202D40"/>
                </a:solidFill>
                <a:latin typeface="Arial"/>
                <a:ea typeface="Arial"/>
                <a:cs typeface="Arial"/>
              </a:defRPr>
            </a:pPr>
            <a:r>
              <a:rPr sz="1950" b="1">
                <a:solidFill>
                  <a:srgbClr val="202D40"/>
                </a:solidFill>
                <a:latin typeface="Arial"/>
                <a:ea typeface="Arial"/>
                <a:cs typeface="Arial"/>
              </a:rPr>
              <a:t>El desempeño del modelo debe evaluarse para cada categoría.</a:t>
            </a:r>
          </a:p>
        </p:txBody>
      </p:sp>
      <p:sp>
        <p:nvSpPr>
          <p:cNvPr id="12" name="">
            <a:extLst xmlns:a="http://schemas.openxmlformats.org/drawingml/2006/main">
              <a:ext uri="{FF2B5EF4-FFF2-40B4-BE49-F238E27FC236}">
                <a16:creationId xmlns:a16="http://schemas.microsoft.com/office/drawing/2014/main" id="{988AE28F-1F53-4464-A884-6F8B0C0877CD}"/>
              </a:ext>
            </a:extLst>
          </p:cNvPr>
          <p:cNvSpPr>
            <a:spLocks xmlns:a="http://schemas.openxmlformats.org/drawingml/2006/main" noGrp="1"/>
          </p:cNvSpPr>
          <p:nvPr/>
        </p:nvSpPr>
        <p:spPr>
          <a:xfrm xmlns:a="http://schemas.openxmlformats.org/drawingml/2006/main">
            <a:off x="647700" y="6229350"/>
            <a:ext cx="10620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5B6370"/>
                </a:solidFill>
                <a:latin typeface="Arial"/>
                <a:ea typeface="Arial"/>
                <a:cs typeface="Arial"/>
              </a:defRPr>
            </a:defPPr>
            <a:lvl1pPr>
              <a:defRPr sz="1425" b="0">
                <a:solidFill>
                  <a:srgbClr val="5B6370"/>
                </a:solidFill>
                <a:latin typeface="Arial"/>
                <a:ea typeface="Arial"/>
                <a:cs typeface="Arial"/>
              </a:defRPr>
            </a:lvl1pPr>
            <a:lvl2pPr>
              <a:defRPr sz="1425" b="0">
                <a:solidFill>
                  <a:srgbClr val="5B6370"/>
                </a:solidFill>
                <a:latin typeface="Arial"/>
                <a:ea typeface="Arial"/>
                <a:cs typeface="Arial"/>
              </a:defRPr>
            </a:lvl2pPr>
            <a:lvl3pPr>
              <a:defRPr sz="1425" b="0">
                <a:solidFill>
                  <a:srgbClr val="5B6370"/>
                </a:solidFill>
                <a:latin typeface="Arial"/>
                <a:ea typeface="Arial"/>
                <a:cs typeface="Arial"/>
              </a:defRPr>
            </a:lvl3pPr>
            <a:lvl4pPr>
              <a:defRPr sz="1425" b="0">
                <a:solidFill>
                  <a:srgbClr val="5B6370"/>
                </a:solidFill>
                <a:latin typeface="Arial"/>
                <a:ea typeface="Arial"/>
                <a:cs typeface="Arial"/>
              </a:defRPr>
            </a:lvl4pPr>
            <a:lvl5pPr>
              <a:defRPr sz="1425" b="0">
                <a:solidFill>
                  <a:srgbClr val="5B6370"/>
                </a:solidFill>
                <a:latin typeface="Arial"/>
                <a:ea typeface="Arial"/>
                <a:cs typeface="Arial"/>
              </a:defRPr>
            </a:lvl5pPr>
            <a:lvl6pPr>
              <a:defRPr sz="1425" b="0">
                <a:solidFill>
                  <a:srgbClr val="5B6370"/>
                </a:solidFill>
                <a:latin typeface="Arial"/>
                <a:ea typeface="Arial"/>
                <a:cs typeface="Arial"/>
              </a:defRPr>
            </a:lvl6pPr>
            <a:lvl7pPr>
              <a:defRPr sz="1425" b="0">
                <a:solidFill>
                  <a:srgbClr val="5B6370"/>
                </a:solidFill>
                <a:latin typeface="Arial"/>
                <a:ea typeface="Arial"/>
                <a:cs typeface="Arial"/>
              </a:defRPr>
            </a:lvl7pPr>
            <a:lvl8pPr>
              <a:defRPr sz="1425" b="0">
                <a:solidFill>
                  <a:srgbClr val="5B6370"/>
                </a:solidFill>
                <a:latin typeface="Arial"/>
                <a:ea typeface="Arial"/>
                <a:cs typeface="Arial"/>
              </a:defRPr>
            </a:lvl8pPr>
            <a:lvl9pPr>
              <a:defRPr sz="1425" b="0">
                <a:solidFill>
                  <a:srgbClr val="5B6370"/>
                </a:solidFill>
                <a:latin typeface="Arial"/>
                <a:ea typeface="Arial"/>
                <a:cs typeface="Arial"/>
              </a:defRPr>
            </a:lvl9pPr>
          </a:lstStyle>
          <a:p xmlns:a="http://schemas.openxmlformats.org/drawingml/2006/main">
            <a:pPr>
              <a:defRPr sz="1425" b="0">
                <a:solidFill>
                  <a:srgbClr val="5B6370"/>
                </a:solidFill>
                <a:latin typeface="Arial"/>
                <a:ea typeface="Arial"/>
                <a:cs typeface="Arial"/>
              </a:defRPr>
            </a:pPr>
            <a:r>
              <a:rPr sz="1425" b="0">
                <a:solidFill>
                  <a:srgbClr val="5B6370"/>
                </a:solidFill>
                <a:latin typeface="Arial"/>
                <a:ea typeface="Arial"/>
                <a:cs typeface="Arial"/>
              </a:rPr>
              <a:t>Stock = demanda a cubrir estimada desde ventas. No incorpora existencias de bodega.</a:t>
            </a:r>
          </a:p>
        </p:txBody>
      </p:sp>
      <p:sp>
        <p:nvSpPr>
          <p:cNvPr id="13" name="">
            <a:extLst xmlns:a="http://schemas.openxmlformats.org/drawingml/2006/main">
              <a:ext uri="{FF2B5EF4-FFF2-40B4-BE49-F238E27FC236}">
                <a16:creationId xmlns:a16="http://schemas.microsoft.com/office/drawing/2014/main" id="{57320232-AA41-4D78-A1BA-821E8BAEFD3C}"/>
              </a:ext>
            </a:extLst>
          </p:cNvPr>
          <p:cNvSpPr>
            <a:spLocks xmlns:a="http://schemas.openxmlformats.org/drawingml/2006/main" noGrp="1"/>
          </p:cNvSpPr>
          <p:nvPr/>
        </p:nvSpPr>
        <p:spPr>
          <a:xfrm xmlns:a="http://schemas.openxmlformats.org/drawingml/2006/main">
            <a:off x="8077200" y="646747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B6370"/>
                </a:solidFill>
                <a:latin typeface="Arial"/>
                <a:ea typeface="Arial"/>
                <a:cs typeface="Arial"/>
              </a:defRPr>
            </a:defPPr>
            <a:lvl1pPr>
              <a:defRPr sz="1200" b="0">
                <a:solidFill>
                  <a:srgbClr val="5B6370"/>
                </a:solidFill>
                <a:latin typeface="Arial"/>
                <a:ea typeface="Arial"/>
                <a:cs typeface="Arial"/>
              </a:defRPr>
            </a:lvl1pPr>
            <a:lvl2pPr>
              <a:defRPr sz="1200" b="0">
                <a:solidFill>
                  <a:srgbClr val="5B6370"/>
                </a:solidFill>
                <a:latin typeface="Arial"/>
                <a:ea typeface="Arial"/>
                <a:cs typeface="Arial"/>
              </a:defRPr>
            </a:lvl2pPr>
            <a:lvl3pPr>
              <a:defRPr sz="1200" b="0">
                <a:solidFill>
                  <a:srgbClr val="5B6370"/>
                </a:solidFill>
                <a:latin typeface="Arial"/>
                <a:ea typeface="Arial"/>
                <a:cs typeface="Arial"/>
              </a:defRPr>
            </a:lvl3pPr>
            <a:lvl4pPr>
              <a:defRPr sz="1200" b="0">
                <a:solidFill>
                  <a:srgbClr val="5B6370"/>
                </a:solidFill>
                <a:latin typeface="Arial"/>
                <a:ea typeface="Arial"/>
                <a:cs typeface="Arial"/>
              </a:defRPr>
            </a:lvl4pPr>
            <a:lvl5pPr>
              <a:defRPr sz="1200" b="0">
                <a:solidFill>
                  <a:srgbClr val="5B6370"/>
                </a:solidFill>
                <a:latin typeface="Arial"/>
                <a:ea typeface="Arial"/>
                <a:cs typeface="Arial"/>
              </a:defRPr>
            </a:lvl5pPr>
            <a:lvl6pPr>
              <a:defRPr sz="1200" b="0">
                <a:solidFill>
                  <a:srgbClr val="5B6370"/>
                </a:solidFill>
                <a:latin typeface="Arial"/>
                <a:ea typeface="Arial"/>
                <a:cs typeface="Arial"/>
              </a:defRPr>
            </a:lvl6pPr>
            <a:lvl7pPr>
              <a:defRPr sz="1200" b="0">
                <a:solidFill>
                  <a:srgbClr val="5B6370"/>
                </a:solidFill>
                <a:latin typeface="Arial"/>
                <a:ea typeface="Arial"/>
                <a:cs typeface="Arial"/>
              </a:defRPr>
            </a:lvl7pPr>
            <a:lvl8pPr>
              <a:defRPr sz="1200" b="0">
                <a:solidFill>
                  <a:srgbClr val="5B6370"/>
                </a:solidFill>
                <a:latin typeface="Arial"/>
                <a:ea typeface="Arial"/>
                <a:cs typeface="Arial"/>
              </a:defRPr>
            </a:lvl8pPr>
            <a:lvl9pPr>
              <a:defRPr sz="1200" b="0">
                <a:solidFill>
                  <a:srgbClr val="5B6370"/>
                </a:solidFill>
                <a:latin typeface="Arial"/>
                <a:ea typeface="Arial"/>
                <a:cs typeface="Arial"/>
              </a:defRPr>
            </a:lvl9pPr>
          </a:lstStyle>
          <a:p xmlns:a="http://schemas.openxmlformats.org/drawingml/2006/main">
            <a:pPr>
              <a:defRPr sz="1200" b="0">
                <a:solidFill>
                  <a:srgbClr val="5B6370"/>
                </a:solidFill>
                <a:latin typeface="Arial"/>
                <a:ea typeface="Arial"/>
                <a:cs typeface="Arial"/>
              </a:defRPr>
            </a:pPr>
            <a:r>
              <a:rPr sz="1200" b="0">
                <a:solidFill>
                  <a:srgbClr val="5B6370"/>
                </a:solidFill>
                <a:latin typeface="Arial"/>
                <a:ea typeface="Arial"/>
                <a:cs typeface="Arial"/>
                <a:hlinkClick xmlns:r="http://schemas.openxmlformats.org/officeDocument/2006/relationships" r:id="R7c811f56ba7a451b"/>
              </a:rPr>
              <a:t>Fuente: Favorita / Kaggle</a:t>
            </a:r>
          </a:p>
        </p:txBody>
      </p:sp>
    </p:spTree>
    <p:extLst>
      <p:ext uri="{BB962C8B-B14F-4D97-AF65-F5344CB8AC3E}">
        <p14:creationId xmlns:p14="http://schemas.microsoft.com/office/powerpoint/2010/main" val="12975361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2026-10-24T18:20:27.6170000Z</dcterms:created>
  <dcterms:modified xsi:type="dcterms:W3CDTF">2026-10-24T18:20:27.6170000Z</dcterms:modified>
</coreProperties>
</file>